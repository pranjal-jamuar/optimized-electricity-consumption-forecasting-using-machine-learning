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68" r:id="rId12"/>
    <p:sldId id="265" r:id="rId13"/>
    <p:sldId id="266" r:id="rId14"/>
    <p:sldId id="267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 snapToObjects="1">
      <p:cViewPr varScale="1">
        <p:scale>
          <a:sx n="111" d="100"/>
          <a:sy n="111" d="100"/>
        </p:scale>
        <p:origin x="161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1692018-0C09-4361-AC43-509C860154C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5AFF813-67E8-4643-92D9-5B0FE31A304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Electricity consumption forecasting is crucial for demand-side energy management and strategic planning.</a:t>
          </a:r>
        </a:p>
      </dgm:t>
    </dgm:pt>
    <dgm:pt modelId="{781C319A-CBD3-4748-AC3F-335E09C58DB6}" type="parTrans" cxnId="{DEE8DA19-F9EE-4A2E-AE7E-90594610E5DB}">
      <dgm:prSet/>
      <dgm:spPr/>
      <dgm:t>
        <a:bodyPr/>
        <a:lstStyle/>
        <a:p>
          <a:endParaRPr lang="en-US"/>
        </a:p>
      </dgm:t>
    </dgm:pt>
    <dgm:pt modelId="{C5EDC47A-6990-4589-BF3F-3DBD9AA43288}" type="sibTrans" cxnId="{DEE8DA19-F9EE-4A2E-AE7E-90594610E5DB}">
      <dgm:prSet/>
      <dgm:spPr/>
      <dgm:t>
        <a:bodyPr/>
        <a:lstStyle/>
        <a:p>
          <a:endParaRPr lang="en-US"/>
        </a:p>
      </dgm:t>
    </dgm:pt>
    <dgm:pt modelId="{F149E5A5-0508-4481-A512-6E18A359D56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Traditional statistical models often fail to capture nonlinear and complex patterns in usage data.</a:t>
          </a:r>
        </a:p>
      </dgm:t>
    </dgm:pt>
    <dgm:pt modelId="{BB76CB52-2267-4BD3-BCE5-E403505FBDC5}" type="parTrans" cxnId="{854F1201-DE95-4A8C-9FFD-184BCE331A13}">
      <dgm:prSet/>
      <dgm:spPr/>
      <dgm:t>
        <a:bodyPr/>
        <a:lstStyle/>
        <a:p>
          <a:endParaRPr lang="en-US"/>
        </a:p>
      </dgm:t>
    </dgm:pt>
    <dgm:pt modelId="{7A102034-6129-4130-8BD0-555713D78A8E}" type="sibTrans" cxnId="{854F1201-DE95-4A8C-9FFD-184BCE331A13}">
      <dgm:prSet/>
      <dgm:spPr/>
      <dgm:t>
        <a:bodyPr/>
        <a:lstStyle/>
        <a:p>
          <a:endParaRPr lang="en-US"/>
        </a:p>
      </dgm:t>
    </dgm:pt>
    <dgm:pt modelId="{ABFF53F5-91C3-4275-A0DE-9B99A2739DB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ML techniques provide advanced alternatives for accurate predictions.</a:t>
          </a:r>
        </a:p>
      </dgm:t>
    </dgm:pt>
    <dgm:pt modelId="{792DCC70-6DB4-40A6-9D8D-CC0AD44FDC94}" type="parTrans" cxnId="{13F8CFA3-0155-4A79-B201-62C2B3510EEA}">
      <dgm:prSet/>
      <dgm:spPr/>
      <dgm:t>
        <a:bodyPr/>
        <a:lstStyle/>
        <a:p>
          <a:endParaRPr lang="en-US"/>
        </a:p>
      </dgm:t>
    </dgm:pt>
    <dgm:pt modelId="{B15D8EB5-2128-4F4D-8302-133AC130A8DA}" type="sibTrans" cxnId="{13F8CFA3-0155-4A79-B201-62C2B3510EEA}">
      <dgm:prSet/>
      <dgm:spPr/>
      <dgm:t>
        <a:bodyPr/>
        <a:lstStyle/>
        <a:p>
          <a:endParaRPr lang="en-US"/>
        </a:p>
      </dgm:t>
    </dgm:pt>
    <dgm:pt modelId="{5CD42C83-3679-4789-9ED3-E8E2B138632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This project compares regression-based ML models for effective energy demand forecasting.</a:t>
          </a:r>
        </a:p>
      </dgm:t>
    </dgm:pt>
    <dgm:pt modelId="{E5186172-1D73-4944-BF52-35F6B5363EB7}" type="parTrans" cxnId="{715523B1-74C1-4A17-9E94-42F9B5D82415}">
      <dgm:prSet/>
      <dgm:spPr/>
      <dgm:t>
        <a:bodyPr/>
        <a:lstStyle/>
        <a:p>
          <a:endParaRPr lang="en-US"/>
        </a:p>
      </dgm:t>
    </dgm:pt>
    <dgm:pt modelId="{0D520F25-3B0D-4097-8B59-7150CE815762}" type="sibTrans" cxnId="{715523B1-74C1-4A17-9E94-42F9B5D82415}">
      <dgm:prSet/>
      <dgm:spPr/>
      <dgm:t>
        <a:bodyPr/>
        <a:lstStyle/>
        <a:p>
          <a:endParaRPr lang="en-US"/>
        </a:p>
      </dgm:t>
    </dgm:pt>
    <dgm:pt modelId="{E16901B2-3ABB-43A4-976C-07EA8A45FE74}" type="pres">
      <dgm:prSet presAssocID="{91692018-0C09-4361-AC43-509C860154C1}" presName="root" presStyleCnt="0">
        <dgm:presLayoutVars>
          <dgm:dir/>
          <dgm:resizeHandles val="exact"/>
        </dgm:presLayoutVars>
      </dgm:prSet>
      <dgm:spPr/>
    </dgm:pt>
    <dgm:pt modelId="{70814CBB-F533-45C1-A897-1AF6E37AE4EC}" type="pres">
      <dgm:prSet presAssocID="{65AFF813-67E8-4643-92D9-5B0FE31A304B}" presName="compNode" presStyleCnt="0"/>
      <dgm:spPr/>
    </dgm:pt>
    <dgm:pt modelId="{12D7E860-51CA-4A8F-AE38-C0F8DBA13310}" type="pres">
      <dgm:prSet presAssocID="{65AFF813-67E8-4643-92D9-5B0FE31A304B}" presName="bgRect" presStyleLbl="bgShp" presStyleIdx="0" presStyleCnt="4"/>
      <dgm:spPr/>
    </dgm:pt>
    <dgm:pt modelId="{C77268AF-F30B-45B1-BD61-A21E50B38327}" type="pres">
      <dgm:prSet presAssocID="{65AFF813-67E8-4643-92D9-5B0FE31A304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lectric Car"/>
        </a:ext>
      </dgm:extLst>
    </dgm:pt>
    <dgm:pt modelId="{A11AB6CC-A2C5-4CC5-8EF0-E207025238D7}" type="pres">
      <dgm:prSet presAssocID="{65AFF813-67E8-4643-92D9-5B0FE31A304B}" presName="spaceRect" presStyleCnt="0"/>
      <dgm:spPr/>
    </dgm:pt>
    <dgm:pt modelId="{51A0ABB9-8F9D-400C-8FCC-1520DB06BF8A}" type="pres">
      <dgm:prSet presAssocID="{65AFF813-67E8-4643-92D9-5B0FE31A304B}" presName="parTx" presStyleLbl="revTx" presStyleIdx="0" presStyleCnt="4">
        <dgm:presLayoutVars>
          <dgm:chMax val="0"/>
          <dgm:chPref val="0"/>
        </dgm:presLayoutVars>
      </dgm:prSet>
      <dgm:spPr/>
    </dgm:pt>
    <dgm:pt modelId="{FFED0879-674A-43CF-BB13-5B9E5D2FA769}" type="pres">
      <dgm:prSet presAssocID="{C5EDC47A-6990-4589-BF3F-3DBD9AA43288}" presName="sibTrans" presStyleCnt="0"/>
      <dgm:spPr/>
    </dgm:pt>
    <dgm:pt modelId="{9D34DFF4-D2D0-4B1D-BC74-B9015A97F3E6}" type="pres">
      <dgm:prSet presAssocID="{F149E5A5-0508-4481-A512-6E18A359D564}" presName="compNode" presStyleCnt="0"/>
      <dgm:spPr/>
    </dgm:pt>
    <dgm:pt modelId="{648B3217-5227-4D60-8951-5F41403D84B0}" type="pres">
      <dgm:prSet presAssocID="{F149E5A5-0508-4481-A512-6E18A359D564}" presName="bgRect" presStyleLbl="bgShp" presStyleIdx="1" presStyleCnt="4"/>
      <dgm:spPr/>
    </dgm:pt>
    <dgm:pt modelId="{2648AD76-1707-4D14-B8EF-29ABC801D76B}" type="pres">
      <dgm:prSet presAssocID="{F149E5A5-0508-4481-A512-6E18A359D56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AEC1E9D3-7616-4D91-B4DD-0766432F3209}" type="pres">
      <dgm:prSet presAssocID="{F149E5A5-0508-4481-A512-6E18A359D564}" presName="spaceRect" presStyleCnt="0"/>
      <dgm:spPr/>
    </dgm:pt>
    <dgm:pt modelId="{C867E8DC-5338-4097-A520-37402BDD4D4F}" type="pres">
      <dgm:prSet presAssocID="{F149E5A5-0508-4481-A512-6E18A359D564}" presName="parTx" presStyleLbl="revTx" presStyleIdx="1" presStyleCnt="4">
        <dgm:presLayoutVars>
          <dgm:chMax val="0"/>
          <dgm:chPref val="0"/>
        </dgm:presLayoutVars>
      </dgm:prSet>
      <dgm:spPr/>
    </dgm:pt>
    <dgm:pt modelId="{408DAA92-A283-4A0B-B57B-8A0F1A21811A}" type="pres">
      <dgm:prSet presAssocID="{7A102034-6129-4130-8BD0-555713D78A8E}" presName="sibTrans" presStyleCnt="0"/>
      <dgm:spPr/>
    </dgm:pt>
    <dgm:pt modelId="{91CB42B6-737B-411B-86F0-F213F69EA2A9}" type="pres">
      <dgm:prSet presAssocID="{ABFF53F5-91C3-4275-A0DE-9B99A2739DB8}" presName="compNode" presStyleCnt="0"/>
      <dgm:spPr/>
    </dgm:pt>
    <dgm:pt modelId="{1409046E-1605-476C-A19F-9DDE13F31869}" type="pres">
      <dgm:prSet presAssocID="{ABFF53F5-91C3-4275-A0DE-9B99A2739DB8}" presName="bgRect" presStyleLbl="bgShp" presStyleIdx="2" presStyleCnt="4"/>
      <dgm:spPr/>
    </dgm:pt>
    <dgm:pt modelId="{8BF67127-0A5D-42EB-A75E-3E68060973A1}" type="pres">
      <dgm:prSet presAssocID="{ABFF53F5-91C3-4275-A0DE-9B99A2739DB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FA99AC72-619A-49CF-990F-DD0955D49314}" type="pres">
      <dgm:prSet presAssocID="{ABFF53F5-91C3-4275-A0DE-9B99A2739DB8}" presName="spaceRect" presStyleCnt="0"/>
      <dgm:spPr/>
    </dgm:pt>
    <dgm:pt modelId="{E8F659C2-7C43-41D0-8EA9-BD9D8D3D5CB2}" type="pres">
      <dgm:prSet presAssocID="{ABFF53F5-91C3-4275-A0DE-9B99A2739DB8}" presName="parTx" presStyleLbl="revTx" presStyleIdx="2" presStyleCnt="4">
        <dgm:presLayoutVars>
          <dgm:chMax val="0"/>
          <dgm:chPref val="0"/>
        </dgm:presLayoutVars>
      </dgm:prSet>
      <dgm:spPr/>
    </dgm:pt>
    <dgm:pt modelId="{1F356C6B-583C-4CA4-A3F3-C0D4C4025A0F}" type="pres">
      <dgm:prSet presAssocID="{B15D8EB5-2128-4F4D-8302-133AC130A8DA}" presName="sibTrans" presStyleCnt="0"/>
      <dgm:spPr/>
    </dgm:pt>
    <dgm:pt modelId="{43F72857-F762-4D71-9297-9FEB085EA158}" type="pres">
      <dgm:prSet presAssocID="{5CD42C83-3679-4789-9ED3-E8E2B1386325}" presName="compNode" presStyleCnt="0"/>
      <dgm:spPr/>
    </dgm:pt>
    <dgm:pt modelId="{CD24A2B9-2BDD-43DC-A21F-FA3A431543F7}" type="pres">
      <dgm:prSet presAssocID="{5CD42C83-3679-4789-9ED3-E8E2B1386325}" presName="bgRect" presStyleLbl="bgShp" presStyleIdx="3" presStyleCnt="4"/>
      <dgm:spPr/>
    </dgm:pt>
    <dgm:pt modelId="{6AD11DB7-7A30-40F5-A4F0-DDACCD1C9557}" type="pres">
      <dgm:prSet presAssocID="{5CD42C83-3679-4789-9ED3-E8E2B138632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750BF964-1E16-42C5-B323-F551E14C7580}" type="pres">
      <dgm:prSet presAssocID="{5CD42C83-3679-4789-9ED3-E8E2B1386325}" presName="spaceRect" presStyleCnt="0"/>
      <dgm:spPr/>
    </dgm:pt>
    <dgm:pt modelId="{25F66777-C383-416F-9BDD-7F391B24C995}" type="pres">
      <dgm:prSet presAssocID="{5CD42C83-3679-4789-9ED3-E8E2B1386325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854F1201-DE95-4A8C-9FFD-184BCE331A13}" srcId="{91692018-0C09-4361-AC43-509C860154C1}" destId="{F149E5A5-0508-4481-A512-6E18A359D564}" srcOrd="1" destOrd="0" parTransId="{BB76CB52-2267-4BD3-BCE5-E403505FBDC5}" sibTransId="{7A102034-6129-4130-8BD0-555713D78A8E}"/>
    <dgm:cxn modelId="{09D78705-68A9-4923-B761-D6C64F0C480F}" type="presOf" srcId="{91692018-0C09-4361-AC43-509C860154C1}" destId="{E16901B2-3ABB-43A4-976C-07EA8A45FE74}" srcOrd="0" destOrd="0" presId="urn:microsoft.com/office/officeart/2018/2/layout/IconVerticalSolidList"/>
    <dgm:cxn modelId="{DEE8DA19-F9EE-4A2E-AE7E-90594610E5DB}" srcId="{91692018-0C09-4361-AC43-509C860154C1}" destId="{65AFF813-67E8-4643-92D9-5B0FE31A304B}" srcOrd="0" destOrd="0" parTransId="{781C319A-CBD3-4748-AC3F-335E09C58DB6}" sibTransId="{C5EDC47A-6990-4589-BF3F-3DBD9AA43288}"/>
    <dgm:cxn modelId="{760F926E-0AA1-4306-B5E2-8326F5BB6EBA}" type="presOf" srcId="{5CD42C83-3679-4789-9ED3-E8E2B1386325}" destId="{25F66777-C383-416F-9BDD-7F391B24C995}" srcOrd="0" destOrd="0" presId="urn:microsoft.com/office/officeart/2018/2/layout/IconVerticalSolidList"/>
    <dgm:cxn modelId="{4DB06151-320A-4D7F-B507-754C5713CA4B}" type="presOf" srcId="{F149E5A5-0508-4481-A512-6E18A359D564}" destId="{C867E8DC-5338-4097-A520-37402BDD4D4F}" srcOrd="0" destOrd="0" presId="urn:microsoft.com/office/officeart/2018/2/layout/IconVerticalSolidList"/>
    <dgm:cxn modelId="{13F8CFA3-0155-4A79-B201-62C2B3510EEA}" srcId="{91692018-0C09-4361-AC43-509C860154C1}" destId="{ABFF53F5-91C3-4275-A0DE-9B99A2739DB8}" srcOrd="2" destOrd="0" parTransId="{792DCC70-6DB4-40A6-9D8D-CC0AD44FDC94}" sibTransId="{B15D8EB5-2128-4F4D-8302-133AC130A8DA}"/>
    <dgm:cxn modelId="{715523B1-74C1-4A17-9E94-42F9B5D82415}" srcId="{91692018-0C09-4361-AC43-509C860154C1}" destId="{5CD42C83-3679-4789-9ED3-E8E2B1386325}" srcOrd="3" destOrd="0" parTransId="{E5186172-1D73-4944-BF52-35F6B5363EB7}" sibTransId="{0D520F25-3B0D-4097-8B59-7150CE815762}"/>
    <dgm:cxn modelId="{0296B4B6-CDDD-44EE-B6EA-1B491E0472E7}" type="presOf" srcId="{ABFF53F5-91C3-4275-A0DE-9B99A2739DB8}" destId="{E8F659C2-7C43-41D0-8EA9-BD9D8D3D5CB2}" srcOrd="0" destOrd="0" presId="urn:microsoft.com/office/officeart/2018/2/layout/IconVerticalSolidList"/>
    <dgm:cxn modelId="{D4C042D6-AC47-4EBE-9770-885AF70129B9}" type="presOf" srcId="{65AFF813-67E8-4643-92D9-5B0FE31A304B}" destId="{51A0ABB9-8F9D-400C-8FCC-1520DB06BF8A}" srcOrd="0" destOrd="0" presId="urn:microsoft.com/office/officeart/2018/2/layout/IconVerticalSolidList"/>
    <dgm:cxn modelId="{2A7A1697-7B07-4EA2-8EE8-CE4AD331C626}" type="presParOf" srcId="{E16901B2-3ABB-43A4-976C-07EA8A45FE74}" destId="{70814CBB-F533-45C1-A897-1AF6E37AE4EC}" srcOrd="0" destOrd="0" presId="urn:microsoft.com/office/officeart/2018/2/layout/IconVerticalSolidList"/>
    <dgm:cxn modelId="{64B3E129-E9EC-4146-8755-66F03EEF2BF8}" type="presParOf" srcId="{70814CBB-F533-45C1-A897-1AF6E37AE4EC}" destId="{12D7E860-51CA-4A8F-AE38-C0F8DBA13310}" srcOrd="0" destOrd="0" presId="urn:microsoft.com/office/officeart/2018/2/layout/IconVerticalSolidList"/>
    <dgm:cxn modelId="{FBC0D278-2775-4CCD-B262-A16FDCA55EB0}" type="presParOf" srcId="{70814CBB-F533-45C1-A897-1AF6E37AE4EC}" destId="{C77268AF-F30B-45B1-BD61-A21E50B38327}" srcOrd="1" destOrd="0" presId="urn:microsoft.com/office/officeart/2018/2/layout/IconVerticalSolidList"/>
    <dgm:cxn modelId="{3169A166-7189-494E-9D9D-C8346FC0E5CE}" type="presParOf" srcId="{70814CBB-F533-45C1-A897-1AF6E37AE4EC}" destId="{A11AB6CC-A2C5-4CC5-8EF0-E207025238D7}" srcOrd="2" destOrd="0" presId="urn:microsoft.com/office/officeart/2018/2/layout/IconVerticalSolidList"/>
    <dgm:cxn modelId="{DDA9AC74-C83C-447C-A8A2-C8B53BBAEE21}" type="presParOf" srcId="{70814CBB-F533-45C1-A897-1AF6E37AE4EC}" destId="{51A0ABB9-8F9D-400C-8FCC-1520DB06BF8A}" srcOrd="3" destOrd="0" presId="urn:microsoft.com/office/officeart/2018/2/layout/IconVerticalSolidList"/>
    <dgm:cxn modelId="{20F54DC6-D3D8-4CD1-80D0-2E89AF394E54}" type="presParOf" srcId="{E16901B2-3ABB-43A4-976C-07EA8A45FE74}" destId="{FFED0879-674A-43CF-BB13-5B9E5D2FA769}" srcOrd="1" destOrd="0" presId="urn:microsoft.com/office/officeart/2018/2/layout/IconVerticalSolidList"/>
    <dgm:cxn modelId="{E2C9651F-3445-4EEA-A0DF-32B7F0337D15}" type="presParOf" srcId="{E16901B2-3ABB-43A4-976C-07EA8A45FE74}" destId="{9D34DFF4-D2D0-4B1D-BC74-B9015A97F3E6}" srcOrd="2" destOrd="0" presId="urn:microsoft.com/office/officeart/2018/2/layout/IconVerticalSolidList"/>
    <dgm:cxn modelId="{25BF3A29-1C3C-45EE-A9F8-8B0E3B9A589D}" type="presParOf" srcId="{9D34DFF4-D2D0-4B1D-BC74-B9015A97F3E6}" destId="{648B3217-5227-4D60-8951-5F41403D84B0}" srcOrd="0" destOrd="0" presId="urn:microsoft.com/office/officeart/2018/2/layout/IconVerticalSolidList"/>
    <dgm:cxn modelId="{68C0EEC9-F7A0-49AE-8422-6684DEABF3E4}" type="presParOf" srcId="{9D34DFF4-D2D0-4B1D-BC74-B9015A97F3E6}" destId="{2648AD76-1707-4D14-B8EF-29ABC801D76B}" srcOrd="1" destOrd="0" presId="urn:microsoft.com/office/officeart/2018/2/layout/IconVerticalSolidList"/>
    <dgm:cxn modelId="{6CA5F0BC-58DA-40CA-9128-531DFE0C9765}" type="presParOf" srcId="{9D34DFF4-D2D0-4B1D-BC74-B9015A97F3E6}" destId="{AEC1E9D3-7616-4D91-B4DD-0766432F3209}" srcOrd="2" destOrd="0" presId="urn:microsoft.com/office/officeart/2018/2/layout/IconVerticalSolidList"/>
    <dgm:cxn modelId="{90F54C41-212B-448E-A8E8-1121BC5D98D3}" type="presParOf" srcId="{9D34DFF4-D2D0-4B1D-BC74-B9015A97F3E6}" destId="{C867E8DC-5338-4097-A520-37402BDD4D4F}" srcOrd="3" destOrd="0" presId="urn:microsoft.com/office/officeart/2018/2/layout/IconVerticalSolidList"/>
    <dgm:cxn modelId="{9CA29724-C703-4E3E-8C5D-597F735EF152}" type="presParOf" srcId="{E16901B2-3ABB-43A4-976C-07EA8A45FE74}" destId="{408DAA92-A283-4A0B-B57B-8A0F1A21811A}" srcOrd="3" destOrd="0" presId="urn:microsoft.com/office/officeart/2018/2/layout/IconVerticalSolidList"/>
    <dgm:cxn modelId="{5F7D1DAF-2EF3-404A-B031-302A12B298E7}" type="presParOf" srcId="{E16901B2-3ABB-43A4-976C-07EA8A45FE74}" destId="{91CB42B6-737B-411B-86F0-F213F69EA2A9}" srcOrd="4" destOrd="0" presId="urn:microsoft.com/office/officeart/2018/2/layout/IconVerticalSolidList"/>
    <dgm:cxn modelId="{1E6A0A9D-7328-451C-8B15-9016CF30CE8E}" type="presParOf" srcId="{91CB42B6-737B-411B-86F0-F213F69EA2A9}" destId="{1409046E-1605-476C-A19F-9DDE13F31869}" srcOrd="0" destOrd="0" presId="urn:microsoft.com/office/officeart/2018/2/layout/IconVerticalSolidList"/>
    <dgm:cxn modelId="{C00F941D-4037-45D3-8EFF-CAB29C00BEAB}" type="presParOf" srcId="{91CB42B6-737B-411B-86F0-F213F69EA2A9}" destId="{8BF67127-0A5D-42EB-A75E-3E68060973A1}" srcOrd="1" destOrd="0" presId="urn:microsoft.com/office/officeart/2018/2/layout/IconVerticalSolidList"/>
    <dgm:cxn modelId="{56BB4E9E-B1CC-4F3C-B75B-0F424A0C9985}" type="presParOf" srcId="{91CB42B6-737B-411B-86F0-F213F69EA2A9}" destId="{FA99AC72-619A-49CF-990F-DD0955D49314}" srcOrd="2" destOrd="0" presId="urn:microsoft.com/office/officeart/2018/2/layout/IconVerticalSolidList"/>
    <dgm:cxn modelId="{547C1729-B1BC-48BD-A984-63C45366A518}" type="presParOf" srcId="{91CB42B6-737B-411B-86F0-F213F69EA2A9}" destId="{E8F659C2-7C43-41D0-8EA9-BD9D8D3D5CB2}" srcOrd="3" destOrd="0" presId="urn:microsoft.com/office/officeart/2018/2/layout/IconVerticalSolidList"/>
    <dgm:cxn modelId="{71C009E5-F3F9-4FBE-8D7B-2E2A8058BF61}" type="presParOf" srcId="{E16901B2-3ABB-43A4-976C-07EA8A45FE74}" destId="{1F356C6B-583C-4CA4-A3F3-C0D4C4025A0F}" srcOrd="5" destOrd="0" presId="urn:microsoft.com/office/officeart/2018/2/layout/IconVerticalSolidList"/>
    <dgm:cxn modelId="{CC734C89-DCD0-44E5-8262-BBF7D068D087}" type="presParOf" srcId="{E16901B2-3ABB-43A4-976C-07EA8A45FE74}" destId="{43F72857-F762-4D71-9297-9FEB085EA158}" srcOrd="6" destOrd="0" presId="urn:microsoft.com/office/officeart/2018/2/layout/IconVerticalSolidList"/>
    <dgm:cxn modelId="{4C00A81D-4DB1-4DF3-97BB-8896A7F19BC8}" type="presParOf" srcId="{43F72857-F762-4D71-9297-9FEB085EA158}" destId="{CD24A2B9-2BDD-43DC-A21F-FA3A431543F7}" srcOrd="0" destOrd="0" presId="urn:microsoft.com/office/officeart/2018/2/layout/IconVerticalSolidList"/>
    <dgm:cxn modelId="{67CCB211-1436-4243-AD55-0B0C3CDDCF61}" type="presParOf" srcId="{43F72857-F762-4D71-9297-9FEB085EA158}" destId="{6AD11DB7-7A30-40F5-A4F0-DDACCD1C9557}" srcOrd="1" destOrd="0" presId="urn:microsoft.com/office/officeart/2018/2/layout/IconVerticalSolidList"/>
    <dgm:cxn modelId="{DF1DA794-D15C-4E07-8330-97B1B9BA97CE}" type="presParOf" srcId="{43F72857-F762-4D71-9297-9FEB085EA158}" destId="{750BF964-1E16-42C5-B323-F551E14C7580}" srcOrd="2" destOrd="0" presId="urn:microsoft.com/office/officeart/2018/2/layout/IconVerticalSolidList"/>
    <dgm:cxn modelId="{47F9698E-C550-4A84-BA03-1468A1009EF8}" type="presParOf" srcId="{43F72857-F762-4D71-9297-9FEB085EA158}" destId="{25F66777-C383-416F-9BDD-7F391B24C99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99B92BC-1B1B-C44D-A283-EE0BC93E6035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GB"/>
        </a:p>
      </dgm:t>
    </dgm:pt>
    <dgm:pt modelId="{44EF901B-7980-F54E-AFAF-8329E0F92C16}">
      <dgm:prSet/>
      <dgm:spPr/>
      <dgm:t>
        <a:bodyPr/>
        <a:lstStyle/>
        <a:p>
          <a:r>
            <a:rPr lang="en-IN"/>
            <a:t>Problem Statement:</a:t>
          </a:r>
        </a:p>
      </dgm:t>
    </dgm:pt>
    <dgm:pt modelId="{02BDF6C3-52F5-5940-9FF6-0241B3011D01}" type="parTrans" cxnId="{357415A3-953A-3D4D-99CC-4217B1C12699}">
      <dgm:prSet/>
      <dgm:spPr/>
      <dgm:t>
        <a:bodyPr/>
        <a:lstStyle/>
        <a:p>
          <a:endParaRPr lang="en-GB"/>
        </a:p>
      </dgm:t>
    </dgm:pt>
    <dgm:pt modelId="{14BAD0F8-FB37-C24E-A921-E4A557324402}" type="sibTrans" cxnId="{357415A3-953A-3D4D-99CC-4217B1C12699}">
      <dgm:prSet/>
      <dgm:spPr/>
      <dgm:t>
        <a:bodyPr/>
        <a:lstStyle/>
        <a:p>
          <a:endParaRPr lang="en-GB"/>
        </a:p>
      </dgm:t>
    </dgm:pt>
    <dgm:pt modelId="{E58211EB-AA3C-1743-B466-37A4D7332A9C}">
      <dgm:prSet/>
      <dgm:spPr/>
      <dgm:t>
        <a:bodyPr/>
        <a:lstStyle/>
        <a:p>
          <a:r>
            <a:rPr lang="en-IN"/>
            <a:t>Inaccurate forecasts cause inefficiencies in power distribution.</a:t>
          </a:r>
        </a:p>
      </dgm:t>
    </dgm:pt>
    <dgm:pt modelId="{9A3C7649-B5C9-3644-985C-BCB45948DEB1}" type="parTrans" cxnId="{4107BB97-714A-9647-B031-65707247017D}">
      <dgm:prSet/>
      <dgm:spPr/>
      <dgm:t>
        <a:bodyPr/>
        <a:lstStyle/>
        <a:p>
          <a:endParaRPr lang="en-GB"/>
        </a:p>
      </dgm:t>
    </dgm:pt>
    <dgm:pt modelId="{A9BD6996-A22C-FE49-96F1-F833E8997C09}" type="sibTrans" cxnId="{4107BB97-714A-9647-B031-65707247017D}">
      <dgm:prSet/>
      <dgm:spPr/>
      <dgm:t>
        <a:bodyPr/>
        <a:lstStyle/>
        <a:p>
          <a:endParaRPr lang="en-GB"/>
        </a:p>
      </dgm:t>
    </dgm:pt>
    <dgm:pt modelId="{E16794D7-F77D-1B4D-AD76-7D16AF34D90E}">
      <dgm:prSet/>
      <dgm:spPr/>
      <dgm:t>
        <a:bodyPr/>
        <a:lstStyle/>
        <a:p>
          <a:r>
            <a:rPr lang="en-IN"/>
            <a:t>Need for reliable ML-based forecasting using consumption and weather data.</a:t>
          </a:r>
        </a:p>
      </dgm:t>
    </dgm:pt>
    <dgm:pt modelId="{A6D13CE1-BF16-9649-931C-566501B4C3CE}" type="parTrans" cxnId="{4928AB2C-E03B-C049-A923-1F8C8C31425C}">
      <dgm:prSet/>
      <dgm:spPr/>
      <dgm:t>
        <a:bodyPr/>
        <a:lstStyle/>
        <a:p>
          <a:endParaRPr lang="en-GB"/>
        </a:p>
      </dgm:t>
    </dgm:pt>
    <dgm:pt modelId="{731FB627-229D-4748-81A3-A1F74A142DC9}" type="sibTrans" cxnId="{4928AB2C-E03B-C049-A923-1F8C8C31425C}">
      <dgm:prSet/>
      <dgm:spPr/>
      <dgm:t>
        <a:bodyPr/>
        <a:lstStyle/>
        <a:p>
          <a:endParaRPr lang="en-GB"/>
        </a:p>
      </dgm:t>
    </dgm:pt>
    <dgm:pt modelId="{C2D1534B-CC8D-EE41-994F-EC494EF39123}">
      <dgm:prSet/>
      <dgm:spPr/>
      <dgm:t>
        <a:bodyPr/>
        <a:lstStyle/>
        <a:p>
          <a:r>
            <a:rPr lang="en-IN"/>
            <a:t>Objectives:</a:t>
          </a:r>
        </a:p>
      </dgm:t>
    </dgm:pt>
    <dgm:pt modelId="{AEA0EBDE-6A61-9F41-BB22-09C7845C59C5}" type="parTrans" cxnId="{A64331F3-59C2-3F42-A8E8-7A011E840C64}">
      <dgm:prSet/>
      <dgm:spPr/>
      <dgm:t>
        <a:bodyPr/>
        <a:lstStyle/>
        <a:p>
          <a:endParaRPr lang="en-GB"/>
        </a:p>
      </dgm:t>
    </dgm:pt>
    <dgm:pt modelId="{3086086A-8196-1D44-BAC4-DD5C4C166032}" type="sibTrans" cxnId="{A64331F3-59C2-3F42-A8E8-7A011E840C64}">
      <dgm:prSet/>
      <dgm:spPr/>
      <dgm:t>
        <a:bodyPr/>
        <a:lstStyle/>
        <a:p>
          <a:endParaRPr lang="en-GB"/>
        </a:p>
      </dgm:t>
    </dgm:pt>
    <dgm:pt modelId="{F7CD27C2-8C82-F041-B17D-F95A94356B85}">
      <dgm:prSet/>
      <dgm:spPr/>
      <dgm:t>
        <a:bodyPr/>
        <a:lstStyle/>
        <a:p>
          <a:r>
            <a:rPr lang="en-IN"/>
            <a:t>Develop and compare ML regression models.</a:t>
          </a:r>
        </a:p>
      </dgm:t>
    </dgm:pt>
    <dgm:pt modelId="{AE38AB91-7C45-1A45-9955-1363A1CDC864}" type="parTrans" cxnId="{B4286332-025B-7C46-B914-9D2FD71AF69E}">
      <dgm:prSet/>
      <dgm:spPr/>
      <dgm:t>
        <a:bodyPr/>
        <a:lstStyle/>
        <a:p>
          <a:endParaRPr lang="en-GB"/>
        </a:p>
      </dgm:t>
    </dgm:pt>
    <dgm:pt modelId="{639FCF62-E795-8041-8E79-F5B4CFEF45C4}" type="sibTrans" cxnId="{B4286332-025B-7C46-B914-9D2FD71AF69E}">
      <dgm:prSet/>
      <dgm:spPr/>
      <dgm:t>
        <a:bodyPr/>
        <a:lstStyle/>
        <a:p>
          <a:endParaRPr lang="en-GB"/>
        </a:p>
      </dgm:t>
    </dgm:pt>
    <dgm:pt modelId="{3FD7FCD5-E2CA-124E-9020-6F49364F9A64}">
      <dgm:prSet/>
      <dgm:spPr/>
      <dgm:t>
        <a:bodyPr/>
        <a:lstStyle/>
        <a:p>
          <a:r>
            <a:rPr lang="en-IN"/>
            <a:t>Evaluate using MAE, MSE, RMSE, R².</a:t>
          </a:r>
        </a:p>
      </dgm:t>
    </dgm:pt>
    <dgm:pt modelId="{17CF7AE6-A28D-8A41-8C03-5AFA1E66A12B}" type="parTrans" cxnId="{9D0CFAD2-B96F-3E49-8444-BDCBD49BCA37}">
      <dgm:prSet/>
      <dgm:spPr/>
      <dgm:t>
        <a:bodyPr/>
        <a:lstStyle/>
        <a:p>
          <a:endParaRPr lang="en-GB"/>
        </a:p>
      </dgm:t>
    </dgm:pt>
    <dgm:pt modelId="{B6E0F1F3-2BEF-1149-94FD-5D522CFDAE95}" type="sibTrans" cxnId="{9D0CFAD2-B96F-3E49-8444-BDCBD49BCA37}">
      <dgm:prSet/>
      <dgm:spPr/>
      <dgm:t>
        <a:bodyPr/>
        <a:lstStyle/>
        <a:p>
          <a:endParaRPr lang="en-GB"/>
        </a:p>
      </dgm:t>
    </dgm:pt>
    <dgm:pt modelId="{A0C09B24-08B2-1D40-B3F7-B11C98673A71}">
      <dgm:prSet/>
      <dgm:spPr/>
      <dgm:t>
        <a:bodyPr/>
        <a:lstStyle/>
        <a:p>
          <a:r>
            <a:rPr lang="en-IN"/>
            <a:t>Identify best-performing model for practical use.</a:t>
          </a:r>
        </a:p>
      </dgm:t>
    </dgm:pt>
    <dgm:pt modelId="{B5841BF7-CBFD-ED48-8FB8-EEED6562E6D5}" type="parTrans" cxnId="{E0ACA7E7-89B9-D442-9C20-39DF818EF1B6}">
      <dgm:prSet/>
      <dgm:spPr/>
      <dgm:t>
        <a:bodyPr/>
        <a:lstStyle/>
        <a:p>
          <a:endParaRPr lang="en-GB"/>
        </a:p>
      </dgm:t>
    </dgm:pt>
    <dgm:pt modelId="{3AC73848-2B2C-CE48-9AC3-4859D7B8A95E}" type="sibTrans" cxnId="{E0ACA7E7-89B9-D442-9C20-39DF818EF1B6}">
      <dgm:prSet/>
      <dgm:spPr/>
      <dgm:t>
        <a:bodyPr/>
        <a:lstStyle/>
        <a:p>
          <a:endParaRPr lang="en-GB"/>
        </a:p>
      </dgm:t>
    </dgm:pt>
    <dgm:pt modelId="{388142D6-9F23-0347-B2C6-5258767C19E5}" type="pres">
      <dgm:prSet presAssocID="{599B92BC-1B1B-C44D-A283-EE0BC93E6035}" presName="linear" presStyleCnt="0">
        <dgm:presLayoutVars>
          <dgm:dir/>
          <dgm:animLvl val="lvl"/>
          <dgm:resizeHandles val="exact"/>
        </dgm:presLayoutVars>
      </dgm:prSet>
      <dgm:spPr/>
    </dgm:pt>
    <dgm:pt modelId="{08B30F8A-E714-3D42-8E87-FD9464EC091D}" type="pres">
      <dgm:prSet presAssocID="{44EF901B-7980-F54E-AFAF-8329E0F92C16}" presName="parentLin" presStyleCnt="0"/>
      <dgm:spPr/>
    </dgm:pt>
    <dgm:pt modelId="{3FEF227E-02A6-6848-B7EE-6E280ABDA720}" type="pres">
      <dgm:prSet presAssocID="{44EF901B-7980-F54E-AFAF-8329E0F92C16}" presName="parentLeftMargin" presStyleLbl="node1" presStyleIdx="0" presStyleCnt="2"/>
      <dgm:spPr/>
    </dgm:pt>
    <dgm:pt modelId="{922C619C-DD63-6A42-ADA4-D42660B9087D}" type="pres">
      <dgm:prSet presAssocID="{44EF901B-7980-F54E-AFAF-8329E0F92C16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1AB68135-A05E-A94D-8109-252049FC5C7F}" type="pres">
      <dgm:prSet presAssocID="{44EF901B-7980-F54E-AFAF-8329E0F92C16}" presName="negativeSpace" presStyleCnt="0"/>
      <dgm:spPr/>
    </dgm:pt>
    <dgm:pt modelId="{79C5CF87-00DB-2D43-9314-F33DF5A24D48}" type="pres">
      <dgm:prSet presAssocID="{44EF901B-7980-F54E-AFAF-8329E0F92C16}" presName="childText" presStyleLbl="conFgAcc1" presStyleIdx="0" presStyleCnt="2">
        <dgm:presLayoutVars>
          <dgm:bulletEnabled val="1"/>
        </dgm:presLayoutVars>
      </dgm:prSet>
      <dgm:spPr/>
    </dgm:pt>
    <dgm:pt modelId="{466D0111-BAB8-4442-A167-31C1425CD477}" type="pres">
      <dgm:prSet presAssocID="{14BAD0F8-FB37-C24E-A921-E4A557324402}" presName="spaceBetweenRectangles" presStyleCnt="0"/>
      <dgm:spPr/>
    </dgm:pt>
    <dgm:pt modelId="{70410A54-FD3C-1A43-B624-CA00B8B72E42}" type="pres">
      <dgm:prSet presAssocID="{C2D1534B-CC8D-EE41-994F-EC494EF39123}" presName="parentLin" presStyleCnt="0"/>
      <dgm:spPr/>
    </dgm:pt>
    <dgm:pt modelId="{DA7FBD19-C76B-B744-B64C-5D0205D77DF8}" type="pres">
      <dgm:prSet presAssocID="{C2D1534B-CC8D-EE41-994F-EC494EF39123}" presName="parentLeftMargin" presStyleLbl="node1" presStyleIdx="0" presStyleCnt="2"/>
      <dgm:spPr/>
    </dgm:pt>
    <dgm:pt modelId="{3436BC16-6963-784B-97CE-60F1FC5F36C9}" type="pres">
      <dgm:prSet presAssocID="{C2D1534B-CC8D-EE41-994F-EC494EF39123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645C37D3-0D20-6A42-90A1-F6F2D76AA2A8}" type="pres">
      <dgm:prSet presAssocID="{C2D1534B-CC8D-EE41-994F-EC494EF39123}" presName="negativeSpace" presStyleCnt="0"/>
      <dgm:spPr/>
    </dgm:pt>
    <dgm:pt modelId="{B8BBDB97-1A17-E946-9CAD-333E890BEACF}" type="pres">
      <dgm:prSet presAssocID="{C2D1534B-CC8D-EE41-994F-EC494EF39123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F76AAD18-A8B7-3D47-A97D-7E4301DDEEA4}" type="presOf" srcId="{A0C09B24-08B2-1D40-B3F7-B11C98673A71}" destId="{B8BBDB97-1A17-E946-9CAD-333E890BEACF}" srcOrd="0" destOrd="2" presId="urn:microsoft.com/office/officeart/2005/8/layout/list1"/>
    <dgm:cxn modelId="{15EB3627-EF58-6F4A-B060-21FC13340572}" type="presOf" srcId="{3FD7FCD5-E2CA-124E-9020-6F49364F9A64}" destId="{B8BBDB97-1A17-E946-9CAD-333E890BEACF}" srcOrd="0" destOrd="1" presId="urn:microsoft.com/office/officeart/2005/8/layout/list1"/>
    <dgm:cxn modelId="{4928AB2C-E03B-C049-A923-1F8C8C31425C}" srcId="{44EF901B-7980-F54E-AFAF-8329E0F92C16}" destId="{E16794D7-F77D-1B4D-AD76-7D16AF34D90E}" srcOrd="1" destOrd="0" parTransId="{A6D13CE1-BF16-9649-931C-566501B4C3CE}" sibTransId="{731FB627-229D-4748-81A3-A1F74A142DC9}"/>
    <dgm:cxn modelId="{B4286332-025B-7C46-B914-9D2FD71AF69E}" srcId="{C2D1534B-CC8D-EE41-994F-EC494EF39123}" destId="{F7CD27C2-8C82-F041-B17D-F95A94356B85}" srcOrd="0" destOrd="0" parTransId="{AE38AB91-7C45-1A45-9955-1363A1CDC864}" sibTransId="{639FCF62-E795-8041-8E79-F5B4CFEF45C4}"/>
    <dgm:cxn modelId="{4B1A923A-50BE-0248-B181-B09496F89038}" type="presOf" srcId="{C2D1534B-CC8D-EE41-994F-EC494EF39123}" destId="{3436BC16-6963-784B-97CE-60F1FC5F36C9}" srcOrd="1" destOrd="0" presId="urn:microsoft.com/office/officeart/2005/8/layout/list1"/>
    <dgm:cxn modelId="{B2A6115C-5FCB-A948-B81A-5471567082AF}" type="presOf" srcId="{F7CD27C2-8C82-F041-B17D-F95A94356B85}" destId="{B8BBDB97-1A17-E946-9CAD-333E890BEACF}" srcOrd="0" destOrd="0" presId="urn:microsoft.com/office/officeart/2005/8/layout/list1"/>
    <dgm:cxn modelId="{7524996D-41E6-F54C-A694-0EC315A5FD4C}" type="presOf" srcId="{E16794D7-F77D-1B4D-AD76-7D16AF34D90E}" destId="{79C5CF87-00DB-2D43-9314-F33DF5A24D48}" srcOrd="0" destOrd="1" presId="urn:microsoft.com/office/officeart/2005/8/layout/list1"/>
    <dgm:cxn modelId="{C8A78797-AE3A-374F-B9E6-BF12C80F5FE6}" type="presOf" srcId="{E58211EB-AA3C-1743-B466-37A4D7332A9C}" destId="{79C5CF87-00DB-2D43-9314-F33DF5A24D48}" srcOrd="0" destOrd="0" presId="urn:microsoft.com/office/officeart/2005/8/layout/list1"/>
    <dgm:cxn modelId="{4107BB97-714A-9647-B031-65707247017D}" srcId="{44EF901B-7980-F54E-AFAF-8329E0F92C16}" destId="{E58211EB-AA3C-1743-B466-37A4D7332A9C}" srcOrd="0" destOrd="0" parTransId="{9A3C7649-B5C9-3644-985C-BCB45948DEB1}" sibTransId="{A9BD6996-A22C-FE49-96F1-F833E8997C09}"/>
    <dgm:cxn modelId="{F9F946A1-EF36-4240-918C-0DAF0555E4A9}" type="presOf" srcId="{599B92BC-1B1B-C44D-A283-EE0BC93E6035}" destId="{388142D6-9F23-0347-B2C6-5258767C19E5}" srcOrd="0" destOrd="0" presId="urn:microsoft.com/office/officeart/2005/8/layout/list1"/>
    <dgm:cxn modelId="{357415A3-953A-3D4D-99CC-4217B1C12699}" srcId="{599B92BC-1B1B-C44D-A283-EE0BC93E6035}" destId="{44EF901B-7980-F54E-AFAF-8329E0F92C16}" srcOrd="0" destOrd="0" parTransId="{02BDF6C3-52F5-5940-9FF6-0241B3011D01}" sibTransId="{14BAD0F8-FB37-C24E-A921-E4A557324402}"/>
    <dgm:cxn modelId="{DBEBE9A9-0CE5-5542-8D67-C0C486644AE9}" type="presOf" srcId="{C2D1534B-CC8D-EE41-994F-EC494EF39123}" destId="{DA7FBD19-C76B-B744-B64C-5D0205D77DF8}" srcOrd="0" destOrd="0" presId="urn:microsoft.com/office/officeart/2005/8/layout/list1"/>
    <dgm:cxn modelId="{D883E6C5-056A-9D41-9AF8-72AFB9FFFC3E}" type="presOf" srcId="{44EF901B-7980-F54E-AFAF-8329E0F92C16}" destId="{922C619C-DD63-6A42-ADA4-D42660B9087D}" srcOrd="1" destOrd="0" presId="urn:microsoft.com/office/officeart/2005/8/layout/list1"/>
    <dgm:cxn modelId="{9D0CFAD2-B96F-3E49-8444-BDCBD49BCA37}" srcId="{C2D1534B-CC8D-EE41-994F-EC494EF39123}" destId="{3FD7FCD5-E2CA-124E-9020-6F49364F9A64}" srcOrd="1" destOrd="0" parTransId="{17CF7AE6-A28D-8A41-8C03-5AFA1E66A12B}" sibTransId="{B6E0F1F3-2BEF-1149-94FD-5D522CFDAE95}"/>
    <dgm:cxn modelId="{E0ACA7E7-89B9-D442-9C20-39DF818EF1B6}" srcId="{C2D1534B-CC8D-EE41-994F-EC494EF39123}" destId="{A0C09B24-08B2-1D40-B3F7-B11C98673A71}" srcOrd="2" destOrd="0" parTransId="{B5841BF7-CBFD-ED48-8FB8-EEED6562E6D5}" sibTransId="{3AC73848-2B2C-CE48-9AC3-4859D7B8A95E}"/>
    <dgm:cxn modelId="{A64331F3-59C2-3F42-A8E8-7A011E840C64}" srcId="{599B92BC-1B1B-C44D-A283-EE0BC93E6035}" destId="{C2D1534B-CC8D-EE41-994F-EC494EF39123}" srcOrd="1" destOrd="0" parTransId="{AEA0EBDE-6A61-9F41-BB22-09C7845C59C5}" sibTransId="{3086086A-8196-1D44-BAC4-DD5C4C166032}"/>
    <dgm:cxn modelId="{4E9B4AF3-A374-2F4C-BBFE-EE74A83C27B9}" type="presOf" srcId="{44EF901B-7980-F54E-AFAF-8329E0F92C16}" destId="{3FEF227E-02A6-6848-B7EE-6E280ABDA720}" srcOrd="0" destOrd="0" presId="urn:microsoft.com/office/officeart/2005/8/layout/list1"/>
    <dgm:cxn modelId="{D8075418-2857-9748-B155-762013FE48F6}" type="presParOf" srcId="{388142D6-9F23-0347-B2C6-5258767C19E5}" destId="{08B30F8A-E714-3D42-8E87-FD9464EC091D}" srcOrd="0" destOrd="0" presId="urn:microsoft.com/office/officeart/2005/8/layout/list1"/>
    <dgm:cxn modelId="{E61A74C2-C349-3E4C-B8E1-C0EF1BD5495A}" type="presParOf" srcId="{08B30F8A-E714-3D42-8E87-FD9464EC091D}" destId="{3FEF227E-02A6-6848-B7EE-6E280ABDA720}" srcOrd="0" destOrd="0" presId="urn:microsoft.com/office/officeart/2005/8/layout/list1"/>
    <dgm:cxn modelId="{EF62B4CF-A301-F542-9BA3-E76D8D23A858}" type="presParOf" srcId="{08B30F8A-E714-3D42-8E87-FD9464EC091D}" destId="{922C619C-DD63-6A42-ADA4-D42660B9087D}" srcOrd="1" destOrd="0" presId="urn:microsoft.com/office/officeart/2005/8/layout/list1"/>
    <dgm:cxn modelId="{0BDEBC34-1AA6-434A-A38D-832D528A177F}" type="presParOf" srcId="{388142D6-9F23-0347-B2C6-5258767C19E5}" destId="{1AB68135-A05E-A94D-8109-252049FC5C7F}" srcOrd="1" destOrd="0" presId="urn:microsoft.com/office/officeart/2005/8/layout/list1"/>
    <dgm:cxn modelId="{CE12A150-9628-9649-9332-BB77BE9C3EC8}" type="presParOf" srcId="{388142D6-9F23-0347-B2C6-5258767C19E5}" destId="{79C5CF87-00DB-2D43-9314-F33DF5A24D48}" srcOrd="2" destOrd="0" presId="urn:microsoft.com/office/officeart/2005/8/layout/list1"/>
    <dgm:cxn modelId="{8B061B9E-D519-F048-A1A8-AB029BCA50D4}" type="presParOf" srcId="{388142D6-9F23-0347-B2C6-5258767C19E5}" destId="{466D0111-BAB8-4442-A167-31C1425CD477}" srcOrd="3" destOrd="0" presId="urn:microsoft.com/office/officeart/2005/8/layout/list1"/>
    <dgm:cxn modelId="{DC8D2A0F-4CE9-9E49-9D87-7CBD34FA3E70}" type="presParOf" srcId="{388142D6-9F23-0347-B2C6-5258767C19E5}" destId="{70410A54-FD3C-1A43-B624-CA00B8B72E42}" srcOrd="4" destOrd="0" presId="urn:microsoft.com/office/officeart/2005/8/layout/list1"/>
    <dgm:cxn modelId="{EC0962F9-D756-0042-A654-AB9FDC69D80D}" type="presParOf" srcId="{70410A54-FD3C-1A43-B624-CA00B8B72E42}" destId="{DA7FBD19-C76B-B744-B64C-5D0205D77DF8}" srcOrd="0" destOrd="0" presId="urn:microsoft.com/office/officeart/2005/8/layout/list1"/>
    <dgm:cxn modelId="{92FD149B-F6E3-074A-8DA6-F1AD75C7D3A2}" type="presParOf" srcId="{70410A54-FD3C-1A43-B624-CA00B8B72E42}" destId="{3436BC16-6963-784B-97CE-60F1FC5F36C9}" srcOrd="1" destOrd="0" presId="urn:microsoft.com/office/officeart/2005/8/layout/list1"/>
    <dgm:cxn modelId="{D26D8EA0-73F2-A94D-A100-AF61BDAB6BBD}" type="presParOf" srcId="{388142D6-9F23-0347-B2C6-5258767C19E5}" destId="{645C37D3-0D20-6A42-90A1-F6F2D76AA2A8}" srcOrd="5" destOrd="0" presId="urn:microsoft.com/office/officeart/2005/8/layout/list1"/>
    <dgm:cxn modelId="{C170C954-AC9F-C649-9868-DFDDD61AA35B}" type="presParOf" srcId="{388142D6-9F23-0347-B2C6-5258767C19E5}" destId="{B8BBDB97-1A17-E946-9CAD-333E890BEACF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87C9302-4422-4E00-A106-2F245505698A}" type="doc">
      <dgm:prSet loTypeId="urn:microsoft.com/office/officeart/2005/8/layout/process4" loCatId="process" qsTypeId="urn:microsoft.com/office/officeart/2005/8/quickstyle/simple1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CF9B5976-E3BE-43D3-8F22-9A2CF265744D}">
      <dgm:prSet/>
      <dgm:spPr/>
      <dgm:t>
        <a:bodyPr/>
        <a:lstStyle/>
        <a:p>
          <a:r>
            <a:rPr lang="en-US"/>
            <a:t>Source: Kaggle &amp; Open Weather</a:t>
          </a:r>
        </a:p>
      </dgm:t>
    </dgm:pt>
    <dgm:pt modelId="{8BB31168-CADB-4950-902A-5B3036CD074D}" type="parTrans" cxnId="{5039D8B7-CA0E-4160-8948-93743EAA4C02}">
      <dgm:prSet/>
      <dgm:spPr/>
      <dgm:t>
        <a:bodyPr/>
        <a:lstStyle/>
        <a:p>
          <a:endParaRPr lang="en-US"/>
        </a:p>
      </dgm:t>
    </dgm:pt>
    <dgm:pt modelId="{2C394780-87C3-4780-8C9E-7BF4A0FC80E7}" type="sibTrans" cxnId="{5039D8B7-CA0E-4160-8948-93743EAA4C02}">
      <dgm:prSet/>
      <dgm:spPr/>
      <dgm:t>
        <a:bodyPr/>
        <a:lstStyle/>
        <a:p>
          <a:endParaRPr lang="en-US"/>
        </a:p>
      </dgm:t>
    </dgm:pt>
    <dgm:pt modelId="{60FD5283-69BD-4B6B-B3FC-56350F75554F}">
      <dgm:prSet/>
      <dgm:spPr/>
      <dgm:t>
        <a:bodyPr/>
        <a:lstStyle/>
        <a:p>
          <a:r>
            <a:rPr lang="en-US"/>
            <a:t>Timeframe: Hourly electricity consumption records</a:t>
          </a:r>
        </a:p>
      </dgm:t>
    </dgm:pt>
    <dgm:pt modelId="{FEAD775A-65BC-4132-BF9E-C14EF09F542D}" type="parTrans" cxnId="{ABB485B1-580C-42A3-A6FB-5EE55EB5345F}">
      <dgm:prSet/>
      <dgm:spPr/>
      <dgm:t>
        <a:bodyPr/>
        <a:lstStyle/>
        <a:p>
          <a:endParaRPr lang="en-US"/>
        </a:p>
      </dgm:t>
    </dgm:pt>
    <dgm:pt modelId="{0C8A5940-AE5C-4E56-BE0E-E7F23795E5A7}" type="sibTrans" cxnId="{ABB485B1-580C-42A3-A6FB-5EE55EB5345F}">
      <dgm:prSet/>
      <dgm:spPr/>
      <dgm:t>
        <a:bodyPr/>
        <a:lstStyle/>
        <a:p>
          <a:endParaRPr lang="en-US"/>
        </a:p>
      </dgm:t>
    </dgm:pt>
    <dgm:pt modelId="{6902D269-2FA8-457A-B446-158CD797498C}">
      <dgm:prSet/>
      <dgm:spPr/>
      <dgm:t>
        <a:bodyPr/>
        <a:lstStyle/>
        <a:p>
          <a:r>
            <a:rPr lang="en-US"/>
            <a:t>Key Features:</a:t>
          </a:r>
        </a:p>
      </dgm:t>
    </dgm:pt>
    <dgm:pt modelId="{20863543-2675-4CEC-8295-83E9001772FB}" type="parTrans" cxnId="{2FD2D7C2-4781-408E-BCF6-F0BEFE3BFB15}">
      <dgm:prSet/>
      <dgm:spPr/>
      <dgm:t>
        <a:bodyPr/>
        <a:lstStyle/>
        <a:p>
          <a:endParaRPr lang="en-US"/>
        </a:p>
      </dgm:t>
    </dgm:pt>
    <dgm:pt modelId="{64DFE417-A382-4572-8350-609AD2BC9267}" type="sibTrans" cxnId="{2FD2D7C2-4781-408E-BCF6-F0BEFE3BFB15}">
      <dgm:prSet/>
      <dgm:spPr/>
      <dgm:t>
        <a:bodyPr/>
        <a:lstStyle/>
        <a:p>
          <a:endParaRPr lang="en-US"/>
        </a:p>
      </dgm:t>
    </dgm:pt>
    <dgm:pt modelId="{F9A33B2E-53F0-4B3E-BAA8-30FABE2DC940}">
      <dgm:prSet/>
      <dgm:spPr/>
      <dgm:t>
        <a:bodyPr/>
        <a:lstStyle/>
        <a:p>
          <a:r>
            <a:rPr lang="en-US"/>
            <a:t>Datetime: date, hour</a:t>
          </a:r>
        </a:p>
      </dgm:t>
    </dgm:pt>
    <dgm:pt modelId="{34819CD7-CEDA-4F34-B297-BBE48C395C63}" type="parTrans" cxnId="{141C10AC-F09A-482B-9E25-2C5DF8FE9B0A}">
      <dgm:prSet/>
      <dgm:spPr/>
      <dgm:t>
        <a:bodyPr/>
        <a:lstStyle/>
        <a:p>
          <a:endParaRPr lang="en-US"/>
        </a:p>
      </dgm:t>
    </dgm:pt>
    <dgm:pt modelId="{E390FB97-E14C-4C7C-83F5-8AFA18E8F496}" type="sibTrans" cxnId="{141C10AC-F09A-482B-9E25-2C5DF8FE9B0A}">
      <dgm:prSet/>
      <dgm:spPr/>
      <dgm:t>
        <a:bodyPr/>
        <a:lstStyle/>
        <a:p>
          <a:endParaRPr lang="en-US"/>
        </a:p>
      </dgm:t>
    </dgm:pt>
    <dgm:pt modelId="{7437F708-9939-4079-BA94-6CF79840B7E9}">
      <dgm:prSet/>
      <dgm:spPr/>
      <dgm:t>
        <a:bodyPr/>
        <a:lstStyle/>
        <a:p>
          <a:r>
            <a:rPr lang="en-US"/>
            <a:t>Weather: temperature, humidity, wind speed, etc.</a:t>
          </a:r>
        </a:p>
      </dgm:t>
    </dgm:pt>
    <dgm:pt modelId="{A90AD774-C85C-4ED4-B831-840202073808}" type="parTrans" cxnId="{82C409D9-9C2F-418E-98C5-599D1BAD7A18}">
      <dgm:prSet/>
      <dgm:spPr/>
      <dgm:t>
        <a:bodyPr/>
        <a:lstStyle/>
        <a:p>
          <a:endParaRPr lang="en-US"/>
        </a:p>
      </dgm:t>
    </dgm:pt>
    <dgm:pt modelId="{0C619B10-C703-464D-BB4F-8940154E128E}" type="sibTrans" cxnId="{82C409D9-9C2F-418E-98C5-599D1BAD7A18}">
      <dgm:prSet/>
      <dgm:spPr/>
      <dgm:t>
        <a:bodyPr/>
        <a:lstStyle/>
        <a:p>
          <a:endParaRPr lang="en-US"/>
        </a:p>
      </dgm:t>
    </dgm:pt>
    <dgm:pt modelId="{85F15F09-0D8B-4D04-9A29-FF6C05989C9E}">
      <dgm:prSet/>
      <dgm:spPr/>
      <dgm:t>
        <a:bodyPr/>
        <a:lstStyle/>
        <a:p>
          <a:r>
            <a:rPr lang="en-US"/>
            <a:t>Target: average electricity load per hour</a:t>
          </a:r>
        </a:p>
      </dgm:t>
    </dgm:pt>
    <dgm:pt modelId="{588B8965-ECDF-4905-B81E-2E7DEAB3CB4A}" type="parTrans" cxnId="{52DFD60C-AA93-4D4A-911F-DBA70130D08A}">
      <dgm:prSet/>
      <dgm:spPr/>
      <dgm:t>
        <a:bodyPr/>
        <a:lstStyle/>
        <a:p>
          <a:endParaRPr lang="en-US"/>
        </a:p>
      </dgm:t>
    </dgm:pt>
    <dgm:pt modelId="{C0EAED7D-56C0-4D37-B220-F7E9DAACD5F5}" type="sibTrans" cxnId="{52DFD60C-AA93-4D4A-911F-DBA70130D08A}">
      <dgm:prSet/>
      <dgm:spPr/>
      <dgm:t>
        <a:bodyPr/>
        <a:lstStyle/>
        <a:p>
          <a:endParaRPr lang="en-US"/>
        </a:p>
      </dgm:t>
    </dgm:pt>
    <dgm:pt modelId="{50ADA9FB-A941-994D-8B55-579D7CFCC230}" type="pres">
      <dgm:prSet presAssocID="{B87C9302-4422-4E00-A106-2F245505698A}" presName="Name0" presStyleCnt="0">
        <dgm:presLayoutVars>
          <dgm:dir/>
          <dgm:animLvl val="lvl"/>
          <dgm:resizeHandles val="exact"/>
        </dgm:presLayoutVars>
      </dgm:prSet>
      <dgm:spPr/>
    </dgm:pt>
    <dgm:pt modelId="{42202AC9-5EE8-E149-ACB4-78B39E4BFE20}" type="pres">
      <dgm:prSet presAssocID="{6902D269-2FA8-457A-B446-158CD797498C}" presName="boxAndChildren" presStyleCnt="0"/>
      <dgm:spPr/>
    </dgm:pt>
    <dgm:pt modelId="{6EF24326-33DB-3F42-B068-B09E53BF1D24}" type="pres">
      <dgm:prSet presAssocID="{6902D269-2FA8-457A-B446-158CD797498C}" presName="parentTextBox" presStyleLbl="node1" presStyleIdx="0" presStyleCnt="3"/>
      <dgm:spPr/>
    </dgm:pt>
    <dgm:pt modelId="{F2DDA5A1-9898-644E-A239-ABA58FA0EB01}" type="pres">
      <dgm:prSet presAssocID="{6902D269-2FA8-457A-B446-158CD797498C}" presName="entireBox" presStyleLbl="node1" presStyleIdx="0" presStyleCnt="3"/>
      <dgm:spPr/>
    </dgm:pt>
    <dgm:pt modelId="{D375D71B-0647-F941-8234-6A200489033D}" type="pres">
      <dgm:prSet presAssocID="{6902D269-2FA8-457A-B446-158CD797498C}" presName="descendantBox" presStyleCnt="0"/>
      <dgm:spPr/>
    </dgm:pt>
    <dgm:pt modelId="{871E37B7-40E2-1042-BF57-608BC5949A14}" type="pres">
      <dgm:prSet presAssocID="{F9A33B2E-53F0-4B3E-BAA8-30FABE2DC940}" presName="childTextBox" presStyleLbl="fgAccFollowNode1" presStyleIdx="0" presStyleCnt="3">
        <dgm:presLayoutVars>
          <dgm:bulletEnabled val="1"/>
        </dgm:presLayoutVars>
      </dgm:prSet>
      <dgm:spPr/>
    </dgm:pt>
    <dgm:pt modelId="{5F398BB0-723C-6A41-BD7C-D7DA44A97A29}" type="pres">
      <dgm:prSet presAssocID="{7437F708-9939-4079-BA94-6CF79840B7E9}" presName="childTextBox" presStyleLbl="fgAccFollowNode1" presStyleIdx="1" presStyleCnt="3">
        <dgm:presLayoutVars>
          <dgm:bulletEnabled val="1"/>
        </dgm:presLayoutVars>
      </dgm:prSet>
      <dgm:spPr/>
    </dgm:pt>
    <dgm:pt modelId="{F0352CAF-01C6-AB47-87D4-20015A7AF017}" type="pres">
      <dgm:prSet presAssocID="{85F15F09-0D8B-4D04-9A29-FF6C05989C9E}" presName="childTextBox" presStyleLbl="fgAccFollowNode1" presStyleIdx="2" presStyleCnt="3">
        <dgm:presLayoutVars>
          <dgm:bulletEnabled val="1"/>
        </dgm:presLayoutVars>
      </dgm:prSet>
      <dgm:spPr/>
    </dgm:pt>
    <dgm:pt modelId="{0C32C625-EE4B-3048-8677-CDAB2E4642F7}" type="pres">
      <dgm:prSet presAssocID="{0C8A5940-AE5C-4E56-BE0E-E7F23795E5A7}" presName="sp" presStyleCnt="0"/>
      <dgm:spPr/>
    </dgm:pt>
    <dgm:pt modelId="{AA74BACC-9F7F-4942-BF3F-5398B78F9747}" type="pres">
      <dgm:prSet presAssocID="{60FD5283-69BD-4B6B-B3FC-56350F75554F}" presName="arrowAndChildren" presStyleCnt="0"/>
      <dgm:spPr/>
    </dgm:pt>
    <dgm:pt modelId="{BDB9DB53-B5D6-474C-B6EE-DA2068B71D27}" type="pres">
      <dgm:prSet presAssocID="{60FD5283-69BD-4B6B-B3FC-56350F75554F}" presName="parentTextArrow" presStyleLbl="node1" presStyleIdx="1" presStyleCnt="3"/>
      <dgm:spPr/>
    </dgm:pt>
    <dgm:pt modelId="{DDAF3CD0-6370-4948-85E2-3CEDB7E2F69B}" type="pres">
      <dgm:prSet presAssocID="{2C394780-87C3-4780-8C9E-7BF4A0FC80E7}" presName="sp" presStyleCnt="0"/>
      <dgm:spPr/>
    </dgm:pt>
    <dgm:pt modelId="{485D2B11-5A1D-5E46-926B-F6714CD0A3AC}" type="pres">
      <dgm:prSet presAssocID="{CF9B5976-E3BE-43D3-8F22-9A2CF265744D}" presName="arrowAndChildren" presStyleCnt="0"/>
      <dgm:spPr/>
    </dgm:pt>
    <dgm:pt modelId="{B3AF81C1-BAD4-4D46-B803-A9E4BE2F485A}" type="pres">
      <dgm:prSet presAssocID="{CF9B5976-E3BE-43D3-8F22-9A2CF265744D}" presName="parentTextArrow" presStyleLbl="node1" presStyleIdx="2" presStyleCnt="3"/>
      <dgm:spPr/>
    </dgm:pt>
  </dgm:ptLst>
  <dgm:cxnLst>
    <dgm:cxn modelId="{E150D405-1B73-EA4E-BB46-A310F0ED2AB2}" type="presOf" srcId="{7437F708-9939-4079-BA94-6CF79840B7E9}" destId="{5F398BB0-723C-6A41-BD7C-D7DA44A97A29}" srcOrd="0" destOrd="0" presId="urn:microsoft.com/office/officeart/2005/8/layout/process4"/>
    <dgm:cxn modelId="{52DFD60C-AA93-4D4A-911F-DBA70130D08A}" srcId="{6902D269-2FA8-457A-B446-158CD797498C}" destId="{85F15F09-0D8B-4D04-9A29-FF6C05989C9E}" srcOrd="2" destOrd="0" parTransId="{588B8965-ECDF-4905-B81E-2E7DEAB3CB4A}" sibTransId="{C0EAED7D-56C0-4D37-B220-F7E9DAACD5F5}"/>
    <dgm:cxn modelId="{BBB8D770-7457-714B-85A6-FC7B7B3F0DC0}" type="presOf" srcId="{F9A33B2E-53F0-4B3E-BAA8-30FABE2DC940}" destId="{871E37B7-40E2-1042-BF57-608BC5949A14}" srcOrd="0" destOrd="0" presId="urn:microsoft.com/office/officeart/2005/8/layout/process4"/>
    <dgm:cxn modelId="{84FB909B-BF43-B64B-B535-6492C7499C48}" type="presOf" srcId="{B87C9302-4422-4E00-A106-2F245505698A}" destId="{50ADA9FB-A941-994D-8B55-579D7CFCC230}" srcOrd="0" destOrd="0" presId="urn:microsoft.com/office/officeart/2005/8/layout/process4"/>
    <dgm:cxn modelId="{141C10AC-F09A-482B-9E25-2C5DF8FE9B0A}" srcId="{6902D269-2FA8-457A-B446-158CD797498C}" destId="{F9A33B2E-53F0-4B3E-BAA8-30FABE2DC940}" srcOrd="0" destOrd="0" parTransId="{34819CD7-CEDA-4F34-B297-BBE48C395C63}" sibTransId="{E390FB97-E14C-4C7C-83F5-8AFA18E8F496}"/>
    <dgm:cxn modelId="{ABB485B1-580C-42A3-A6FB-5EE55EB5345F}" srcId="{B87C9302-4422-4E00-A106-2F245505698A}" destId="{60FD5283-69BD-4B6B-B3FC-56350F75554F}" srcOrd="1" destOrd="0" parTransId="{FEAD775A-65BC-4132-BF9E-C14EF09F542D}" sibTransId="{0C8A5940-AE5C-4E56-BE0E-E7F23795E5A7}"/>
    <dgm:cxn modelId="{FE0E8CB4-DFF5-AC49-AB24-4D144640E883}" type="presOf" srcId="{60FD5283-69BD-4B6B-B3FC-56350F75554F}" destId="{BDB9DB53-B5D6-474C-B6EE-DA2068B71D27}" srcOrd="0" destOrd="0" presId="urn:microsoft.com/office/officeart/2005/8/layout/process4"/>
    <dgm:cxn modelId="{5039D8B7-CA0E-4160-8948-93743EAA4C02}" srcId="{B87C9302-4422-4E00-A106-2F245505698A}" destId="{CF9B5976-E3BE-43D3-8F22-9A2CF265744D}" srcOrd="0" destOrd="0" parTransId="{8BB31168-CADB-4950-902A-5B3036CD074D}" sibTransId="{2C394780-87C3-4780-8C9E-7BF4A0FC80E7}"/>
    <dgm:cxn modelId="{2FD2D7C2-4781-408E-BCF6-F0BEFE3BFB15}" srcId="{B87C9302-4422-4E00-A106-2F245505698A}" destId="{6902D269-2FA8-457A-B446-158CD797498C}" srcOrd="2" destOrd="0" parTransId="{20863543-2675-4CEC-8295-83E9001772FB}" sibTransId="{64DFE417-A382-4572-8350-609AD2BC9267}"/>
    <dgm:cxn modelId="{82C409D9-9C2F-418E-98C5-599D1BAD7A18}" srcId="{6902D269-2FA8-457A-B446-158CD797498C}" destId="{7437F708-9939-4079-BA94-6CF79840B7E9}" srcOrd="1" destOrd="0" parTransId="{A90AD774-C85C-4ED4-B831-840202073808}" sibTransId="{0C619B10-C703-464D-BB4F-8940154E128E}"/>
    <dgm:cxn modelId="{900175DB-0775-0C4D-AB34-A7478EB45FEB}" type="presOf" srcId="{85F15F09-0D8B-4D04-9A29-FF6C05989C9E}" destId="{F0352CAF-01C6-AB47-87D4-20015A7AF017}" srcOrd="0" destOrd="0" presId="urn:microsoft.com/office/officeart/2005/8/layout/process4"/>
    <dgm:cxn modelId="{E923EDDB-2CAF-304A-9E9E-53091C79322F}" type="presOf" srcId="{CF9B5976-E3BE-43D3-8F22-9A2CF265744D}" destId="{B3AF81C1-BAD4-4D46-B803-A9E4BE2F485A}" srcOrd="0" destOrd="0" presId="urn:microsoft.com/office/officeart/2005/8/layout/process4"/>
    <dgm:cxn modelId="{9A7A61E5-EA67-8249-954A-DC0D56BF70AC}" type="presOf" srcId="{6902D269-2FA8-457A-B446-158CD797498C}" destId="{F2DDA5A1-9898-644E-A239-ABA58FA0EB01}" srcOrd="1" destOrd="0" presId="urn:microsoft.com/office/officeart/2005/8/layout/process4"/>
    <dgm:cxn modelId="{CD20DBE8-53BB-244B-96E5-71EA99BC997F}" type="presOf" srcId="{6902D269-2FA8-457A-B446-158CD797498C}" destId="{6EF24326-33DB-3F42-B068-B09E53BF1D24}" srcOrd="0" destOrd="0" presId="urn:microsoft.com/office/officeart/2005/8/layout/process4"/>
    <dgm:cxn modelId="{6CCCD02C-BF60-D247-800E-B6B91339869E}" type="presParOf" srcId="{50ADA9FB-A941-994D-8B55-579D7CFCC230}" destId="{42202AC9-5EE8-E149-ACB4-78B39E4BFE20}" srcOrd="0" destOrd="0" presId="urn:microsoft.com/office/officeart/2005/8/layout/process4"/>
    <dgm:cxn modelId="{1ABBDA83-C996-0B47-987D-152281D27847}" type="presParOf" srcId="{42202AC9-5EE8-E149-ACB4-78B39E4BFE20}" destId="{6EF24326-33DB-3F42-B068-B09E53BF1D24}" srcOrd="0" destOrd="0" presId="urn:microsoft.com/office/officeart/2005/8/layout/process4"/>
    <dgm:cxn modelId="{79C93E52-E591-894F-A2AE-CCC80EDCB6DE}" type="presParOf" srcId="{42202AC9-5EE8-E149-ACB4-78B39E4BFE20}" destId="{F2DDA5A1-9898-644E-A239-ABA58FA0EB01}" srcOrd="1" destOrd="0" presId="urn:microsoft.com/office/officeart/2005/8/layout/process4"/>
    <dgm:cxn modelId="{C7226796-AD89-4542-B0EA-66B75EBA5F81}" type="presParOf" srcId="{42202AC9-5EE8-E149-ACB4-78B39E4BFE20}" destId="{D375D71B-0647-F941-8234-6A200489033D}" srcOrd="2" destOrd="0" presId="urn:microsoft.com/office/officeart/2005/8/layout/process4"/>
    <dgm:cxn modelId="{1C127EDC-EB86-C64E-9A3C-7544879FA774}" type="presParOf" srcId="{D375D71B-0647-F941-8234-6A200489033D}" destId="{871E37B7-40E2-1042-BF57-608BC5949A14}" srcOrd="0" destOrd="0" presId="urn:microsoft.com/office/officeart/2005/8/layout/process4"/>
    <dgm:cxn modelId="{E57E0D43-CADD-B741-A7F8-35A18B838D5E}" type="presParOf" srcId="{D375D71B-0647-F941-8234-6A200489033D}" destId="{5F398BB0-723C-6A41-BD7C-D7DA44A97A29}" srcOrd="1" destOrd="0" presId="urn:microsoft.com/office/officeart/2005/8/layout/process4"/>
    <dgm:cxn modelId="{DD4A966A-E192-904C-8C3A-AFBCD089CEE0}" type="presParOf" srcId="{D375D71B-0647-F941-8234-6A200489033D}" destId="{F0352CAF-01C6-AB47-87D4-20015A7AF017}" srcOrd="2" destOrd="0" presId="urn:microsoft.com/office/officeart/2005/8/layout/process4"/>
    <dgm:cxn modelId="{83FE82EB-3D77-AA43-92D3-5DF28D2DFE64}" type="presParOf" srcId="{50ADA9FB-A941-994D-8B55-579D7CFCC230}" destId="{0C32C625-EE4B-3048-8677-CDAB2E4642F7}" srcOrd="1" destOrd="0" presId="urn:microsoft.com/office/officeart/2005/8/layout/process4"/>
    <dgm:cxn modelId="{15E55C8F-D7AA-7842-98B6-718FFEFC294F}" type="presParOf" srcId="{50ADA9FB-A941-994D-8B55-579D7CFCC230}" destId="{AA74BACC-9F7F-4942-BF3F-5398B78F9747}" srcOrd="2" destOrd="0" presId="urn:microsoft.com/office/officeart/2005/8/layout/process4"/>
    <dgm:cxn modelId="{68045797-448F-2948-A412-9283588E8BD1}" type="presParOf" srcId="{AA74BACC-9F7F-4942-BF3F-5398B78F9747}" destId="{BDB9DB53-B5D6-474C-B6EE-DA2068B71D27}" srcOrd="0" destOrd="0" presId="urn:microsoft.com/office/officeart/2005/8/layout/process4"/>
    <dgm:cxn modelId="{E9385BCE-6D8D-D244-BFCF-3AB55D81EA0A}" type="presParOf" srcId="{50ADA9FB-A941-994D-8B55-579D7CFCC230}" destId="{DDAF3CD0-6370-4948-85E2-3CEDB7E2F69B}" srcOrd="3" destOrd="0" presId="urn:microsoft.com/office/officeart/2005/8/layout/process4"/>
    <dgm:cxn modelId="{ADAAE322-647D-9D43-83F4-8F28A4C040DF}" type="presParOf" srcId="{50ADA9FB-A941-994D-8B55-579D7CFCC230}" destId="{485D2B11-5A1D-5E46-926B-F6714CD0A3AC}" srcOrd="4" destOrd="0" presId="urn:microsoft.com/office/officeart/2005/8/layout/process4"/>
    <dgm:cxn modelId="{7896F408-A95A-9044-B1FF-E394C8D0A4A5}" type="presParOf" srcId="{485D2B11-5A1D-5E46-926B-F6714CD0A3AC}" destId="{B3AF81C1-BAD4-4D46-B803-A9E4BE2F485A}" srcOrd="0" destOrd="0" presId="urn:microsoft.com/office/officeart/2005/8/layout/process4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66E959A-3520-4C3D-81FA-BDA3C5F5B34B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5144FC9E-17FC-4C47-94A6-2D8A7AD1191B}">
      <dgm:prSet/>
      <dgm:spPr/>
      <dgm:t>
        <a:bodyPr/>
        <a:lstStyle/>
        <a:p>
          <a:r>
            <a:rPr lang="en-US" dirty="0"/>
            <a:t>Data Collection:</a:t>
          </a:r>
        </a:p>
      </dgm:t>
    </dgm:pt>
    <dgm:pt modelId="{C7EAA7F2-965F-4BEF-BA4A-4A72200B72EA}" type="parTrans" cxnId="{4BE75781-2A31-4F55-9856-0857A2A3A6F3}">
      <dgm:prSet/>
      <dgm:spPr/>
      <dgm:t>
        <a:bodyPr/>
        <a:lstStyle/>
        <a:p>
          <a:endParaRPr lang="en-US"/>
        </a:p>
      </dgm:t>
    </dgm:pt>
    <dgm:pt modelId="{0F1D9C72-A3F1-4280-AD4C-A9DC79BAC205}" type="sibTrans" cxnId="{4BE75781-2A31-4F55-9856-0857A2A3A6F3}">
      <dgm:prSet/>
      <dgm:spPr/>
      <dgm:t>
        <a:bodyPr/>
        <a:lstStyle/>
        <a:p>
          <a:endParaRPr lang="en-US"/>
        </a:p>
      </dgm:t>
    </dgm:pt>
    <dgm:pt modelId="{7EB0A70C-6A20-4750-974F-C9322840C10C}">
      <dgm:prSet/>
      <dgm:spPr/>
      <dgm:t>
        <a:bodyPr/>
        <a:lstStyle/>
        <a:p>
          <a:r>
            <a:rPr lang="en-US"/>
            <a:t>Hourly electricity &amp; weather data</a:t>
          </a:r>
        </a:p>
      </dgm:t>
    </dgm:pt>
    <dgm:pt modelId="{1CD29964-CDBE-497C-A624-5CD255F12DE2}" type="parTrans" cxnId="{6F076B36-9BBD-4B38-B810-6647EB87CB98}">
      <dgm:prSet/>
      <dgm:spPr/>
      <dgm:t>
        <a:bodyPr/>
        <a:lstStyle/>
        <a:p>
          <a:endParaRPr lang="en-US"/>
        </a:p>
      </dgm:t>
    </dgm:pt>
    <dgm:pt modelId="{A42BEAB4-27C6-44C4-AC00-8F60BBA0BD88}" type="sibTrans" cxnId="{6F076B36-9BBD-4B38-B810-6647EB87CB98}">
      <dgm:prSet/>
      <dgm:spPr/>
      <dgm:t>
        <a:bodyPr/>
        <a:lstStyle/>
        <a:p>
          <a:endParaRPr lang="en-US"/>
        </a:p>
      </dgm:t>
    </dgm:pt>
    <dgm:pt modelId="{5ED5A6AF-CDED-43F0-AB53-9731274E9E45}">
      <dgm:prSet/>
      <dgm:spPr/>
      <dgm:t>
        <a:bodyPr/>
        <a:lstStyle/>
        <a:p>
          <a:r>
            <a:rPr lang="en-US"/>
            <a:t>Preprocessing:</a:t>
          </a:r>
        </a:p>
      </dgm:t>
    </dgm:pt>
    <dgm:pt modelId="{D674286C-4A1B-41B2-BBA6-2AB3E6F666C3}" type="parTrans" cxnId="{EEBF8A65-329C-48D2-8D31-8F70809FAD55}">
      <dgm:prSet/>
      <dgm:spPr/>
      <dgm:t>
        <a:bodyPr/>
        <a:lstStyle/>
        <a:p>
          <a:endParaRPr lang="en-US"/>
        </a:p>
      </dgm:t>
    </dgm:pt>
    <dgm:pt modelId="{8EF9AFF0-1591-4535-9EDF-7BC6B918BF54}" type="sibTrans" cxnId="{EEBF8A65-329C-48D2-8D31-8F70809FAD55}">
      <dgm:prSet/>
      <dgm:spPr/>
      <dgm:t>
        <a:bodyPr/>
        <a:lstStyle/>
        <a:p>
          <a:endParaRPr lang="en-US"/>
        </a:p>
      </dgm:t>
    </dgm:pt>
    <dgm:pt modelId="{4686F2A2-A5A4-4052-9903-8C32765D5FC3}">
      <dgm:prSet/>
      <dgm:spPr/>
      <dgm:t>
        <a:bodyPr/>
        <a:lstStyle/>
        <a:p>
          <a:r>
            <a:rPr lang="en-US"/>
            <a:t>Parsed datetime to hour, day, month</a:t>
          </a:r>
        </a:p>
      </dgm:t>
    </dgm:pt>
    <dgm:pt modelId="{9C663374-C404-45B0-ABF5-B27E135DA622}" type="parTrans" cxnId="{712A0BCD-B276-4A60-914A-70427E206019}">
      <dgm:prSet/>
      <dgm:spPr/>
      <dgm:t>
        <a:bodyPr/>
        <a:lstStyle/>
        <a:p>
          <a:endParaRPr lang="en-US"/>
        </a:p>
      </dgm:t>
    </dgm:pt>
    <dgm:pt modelId="{028BBFBA-604A-467D-BF08-62926D644523}" type="sibTrans" cxnId="{712A0BCD-B276-4A60-914A-70427E206019}">
      <dgm:prSet/>
      <dgm:spPr/>
      <dgm:t>
        <a:bodyPr/>
        <a:lstStyle/>
        <a:p>
          <a:endParaRPr lang="en-US"/>
        </a:p>
      </dgm:t>
    </dgm:pt>
    <dgm:pt modelId="{454F02B8-42E6-4C7F-A0D1-FC771AAB80D1}">
      <dgm:prSet/>
      <dgm:spPr/>
      <dgm:t>
        <a:bodyPr/>
        <a:lstStyle/>
        <a:p>
          <a:r>
            <a:rPr lang="en-US"/>
            <a:t>Dropped redundant columns</a:t>
          </a:r>
        </a:p>
      </dgm:t>
    </dgm:pt>
    <dgm:pt modelId="{7917416E-5D3C-4402-B760-70FAFA5E6595}" type="parTrans" cxnId="{AC8BE844-5A92-4227-BC3E-88F3355F9FE4}">
      <dgm:prSet/>
      <dgm:spPr/>
      <dgm:t>
        <a:bodyPr/>
        <a:lstStyle/>
        <a:p>
          <a:endParaRPr lang="en-US"/>
        </a:p>
      </dgm:t>
    </dgm:pt>
    <dgm:pt modelId="{AFB7C2CA-C855-415E-8C35-AB8688CB31E0}" type="sibTrans" cxnId="{AC8BE844-5A92-4227-BC3E-88F3355F9FE4}">
      <dgm:prSet/>
      <dgm:spPr/>
      <dgm:t>
        <a:bodyPr/>
        <a:lstStyle/>
        <a:p>
          <a:endParaRPr lang="en-US"/>
        </a:p>
      </dgm:t>
    </dgm:pt>
    <dgm:pt modelId="{0469F126-6D45-44D9-99BC-94675E57412E}">
      <dgm:prSet/>
      <dgm:spPr/>
      <dgm:t>
        <a:bodyPr/>
        <a:lstStyle/>
        <a:p>
          <a:r>
            <a:rPr lang="en-US"/>
            <a:t>Normalized features using StandardScaler</a:t>
          </a:r>
        </a:p>
      </dgm:t>
    </dgm:pt>
    <dgm:pt modelId="{AD92254B-5774-4772-9D91-3C2CC0068A95}" type="parTrans" cxnId="{3DA12DC6-D476-46B6-92B1-4BA060397FAB}">
      <dgm:prSet/>
      <dgm:spPr/>
      <dgm:t>
        <a:bodyPr/>
        <a:lstStyle/>
        <a:p>
          <a:endParaRPr lang="en-US"/>
        </a:p>
      </dgm:t>
    </dgm:pt>
    <dgm:pt modelId="{5F9460AB-EA5C-4BC2-9608-2765C719F4F9}" type="sibTrans" cxnId="{3DA12DC6-D476-46B6-92B1-4BA060397FAB}">
      <dgm:prSet/>
      <dgm:spPr/>
      <dgm:t>
        <a:bodyPr/>
        <a:lstStyle/>
        <a:p>
          <a:endParaRPr lang="en-US"/>
        </a:p>
      </dgm:t>
    </dgm:pt>
    <dgm:pt modelId="{1D969FC7-8CC7-1743-8931-D86CC2057480}" type="pres">
      <dgm:prSet presAssocID="{966E959A-3520-4C3D-81FA-BDA3C5F5B34B}" presName="linear" presStyleCnt="0">
        <dgm:presLayoutVars>
          <dgm:dir/>
          <dgm:animLvl val="lvl"/>
          <dgm:resizeHandles val="exact"/>
        </dgm:presLayoutVars>
      </dgm:prSet>
      <dgm:spPr/>
    </dgm:pt>
    <dgm:pt modelId="{22E2783E-F442-7549-9AD0-6F57FC6700AF}" type="pres">
      <dgm:prSet presAssocID="{5144FC9E-17FC-4C47-94A6-2D8A7AD1191B}" presName="parentLin" presStyleCnt="0"/>
      <dgm:spPr/>
    </dgm:pt>
    <dgm:pt modelId="{7A2793B6-8CBA-C543-95AC-64C29B38648F}" type="pres">
      <dgm:prSet presAssocID="{5144FC9E-17FC-4C47-94A6-2D8A7AD1191B}" presName="parentLeftMargin" presStyleLbl="node1" presStyleIdx="0" presStyleCnt="2"/>
      <dgm:spPr/>
    </dgm:pt>
    <dgm:pt modelId="{5EA8E1BA-1B5F-504C-9A95-5288DB4E6120}" type="pres">
      <dgm:prSet presAssocID="{5144FC9E-17FC-4C47-94A6-2D8A7AD1191B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CA1A149-A9FF-4949-BB9E-66243CBD0664}" type="pres">
      <dgm:prSet presAssocID="{5144FC9E-17FC-4C47-94A6-2D8A7AD1191B}" presName="negativeSpace" presStyleCnt="0"/>
      <dgm:spPr/>
    </dgm:pt>
    <dgm:pt modelId="{1E814DBE-7DD4-0248-BEE3-58EF722D8244}" type="pres">
      <dgm:prSet presAssocID="{5144FC9E-17FC-4C47-94A6-2D8A7AD1191B}" presName="childText" presStyleLbl="conFgAcc1" presStyleIdx="0" presStyleCnt="2">
        <dgm:presLayoutVars>
          <dgm:bulletEnabled val="1"/>
        </dgm:presLayoutVars>
      </dgm:prSet>
      <dgm:spPr/>
    </dgm:pt>
    <dgm:pt modelId="{DF01B60E-7A44-0744-BD18-D86DAF20B926}" type="pres">
      <dgm:prSet presAssocID="{0F1D9C72-A3F1-4280-AD4C-A9DC79BAC205}" presName="spaceBetweenRectangles" presStyleCnt="0"/>
      <dgm:spPr/>
    </dgm:pt>
    <dgm:pt modelId="{4E8C07ED-65F3-B547-B59B-589092385570}" type="pres">
      <dgm:prSet presAssocID="{5ED5A6AF-CDED-43F0-AB53-9731274E9E45}" presName="parentLin" presStyleCnt="0"/>
      <dgm:spPr/>
    </dgm:pt>
    <dgm:pt modelId="{B6614105-C422-4F44-AC59-4E4DD5A59BD3}" type="pres">
      <dgm:prSet presAssocID="{5ED5A6AF-CDED-43F0-AB53-9731274E9E45}" presName="parentLeftMargin" presStyleLbl="node1" presStyleIdx="0" presStyleCnt="2"/>
      <dgm:spPr/>
    </dgm:pt>
    <dgm:pt modelId="{2D2098CA-E239-9645-9674-CDE12FF042E1}" type="pres">
      <dgm:prSet presAssocID="{5ED5A6AF-CDED-43F0-AB53-9731274E9E45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836C92BC-9B74-8D4F-91EE-CF500F9F27E5}" type="pres">
      <dgm:prSet presAssocID="{5ED5A6AF-CDED-43F0-AB53-9731274E9E45}" presName="negativeSpace" presStyleCnt="0"/>
      <dgm:spPr/>
    </dgm:pt>
    <dgm:pt modelId="{C3129911-FFEF-E945-9A14-BE5C2CA01B00}" type="pres">
      <dgm:prSet presAssocID="{5ED5A6AF-CDED-43F0-AB53-9731274E9E45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D23D6F21-A3DF-824D-8EC2-A86CF2AF5972}" type="presOf" srcId="{5144FC9E-17FC-4C47-94A6-2D8A7AD1191B}" destId="{7A2793B6-8CBA-C543-95AC-64C29B38648F}" srcOrd="0" destOrd="0" presId="urn:microsoft.com/office/officeart/2005/8/layout/list1"/>
    <dgm:cxn modelId="{6F076B36-9BBD-4B38-B810-6647EB87CB98}" srcId="{5144FC9E-17FC-4C47-94A6-2D8A7AD1191B}" destId="{7EB0A70C-6A20-4750-974F-C9322840C10C}" srcOrd="0" destOrd="0" parTransId="{1CD29964-CDBE-497C-A624-5CD255F12DE2}" sibTransId="{A42BEAB4-27C6-44C4-AC00-8F60BBA0BD88}"/>
    <dgm:cxn modelId="{AC8BE844-5A92-4227-BC3E-88F3355F9FE4}" srcId="{5ED5A6AF-CDED-43F0-AB53-9731274E9E45}" destId="{454F02B8-42E6-4C7F-A0D1-FC771AAB80D1}" srcOrd="1" destOrd="0" parTransId="{7917416E-5D3C-4402-B760-70FAFA5E6595}" sibTransId="{AFB7C2CA-C855-415E-8C35-AB8688CB31E0}"/>
    <dgm:cxn modelId="{EEBF8A65-329C-48D2-8D31-8F70809FAD55}" srcId="{966E959A-3520-4C3D-81FA-BDA3C5F5B34B}" destId="{5ED5A6AF-CDED-43F0-AB53-9731274E9E45}" srcOrd="1" destOrd="0" parTransId="{D674286C-4A1B-41B2-BBA6-2AB3E6F666C3}" sibTransId="{8EF9AFF0-1591-4535-9EDF-7BC6B918BF54}"/>
    <dgm:cxn modelId="{0EBC2366-D4D7-3342-A0CE-707821A95D36}" type="presOf" srcId="{4686F2A2-A5A4-4052-9903-8C32765D5FC3}" destId="{C3129911-FFEF-E945-9A14-BE5C2CA01B00}" srcOrd="0" destOrd="0" presId="urn:microsoft.com/office/officeart/2005/8/layout/list1"/>
    <dgm:cxn modelId="{9EF7D54B-974C-174F-AF53-E240AAC01781}" type="presOf" srcId="{5144FC9E-17FC-4C47-94A6-2D8A7AD1191B}" destId="{5EA8E1BA-1B5F-504C-9A95-5288DB4E6120}" srcOrd="1" destOrd="0" presId="urn:microsoft.com/office/officeart/2005/8/layout/list1"/>
    <dgm:cxn modelId="{CFD00870-014A-4E45-9546-C4B9E5FF2A58}" type="presOf" srcId="{7EB0A70C-6A20-4750-974F-C9322840C10C}" destId="{1E814DBE-7DD4-0248-BEE3-58EF722D8244}" srcOrd="0" destOrd="0" presId="urn:microsoft.com/office/officeart/2005/8/layout/list1"/>
    <dgm:cxn modelId="{F5AD3F70-595B-1A4C-934F-5AB49AD6FD39}" type="presOf" srcId="{5ED5A6AF-CDED-43F0-AB53-9731274E9E45}" destId="{2D2098CA-E239-9645-9674-CDE12FF042E1}" srcOrd="1" destOrd="0" presId="urn:microsoft.com/office/officeart/2005/8/layout/list1"/>
    <dgm:cxn modelId="{4BE75781-2A31-4F55-9856-0857A2A3A6F3}" srcId="{966E959A-3520-4C3D-81FA-BDA3C5F5B34B}" destId="{5144FC9E-17FC-4C47-94A6-2D8A7AD1191B}" srcOrd="0" destOrd="0" parTransId="{C7EAA7F2-965F-4BEF-BA4A-4A72200B72EA}" sibTransId="{0F1D9C72-A3F1-4280-AD4C-A9DC79BAC205}"/>
    <dgm:cxn modelId="{FED2F69F-2363-B44F-9615-647C1508635B}" type="presOf" srcId="{5ED5A6AF-CDED-43F0-AB53-9731274E9E45}" destId="{B6614105-C422-4F44-AC59-4E4DD5A59BD3}" srcOrd="0" destOrd="0" presId="urn:microsoft.com/office/officeart/2005/8/layout/list1"/>
    <dgm:cxn modelId="{3DA12DC6-D476-46B6-92B1-4BA060397FAB}" srcId="{5ED5A6AF-CDED-43F0-AB53-9731274E9E45}" destId="{0469F126-6D45-44D9-99BC-94675E57412E}" srcOrd="2" destOrd="0" parTransId="{AD92254B-5774-4772-9D91-3C2CC0068A95}" sibTransId="{5F9460AB-EA5C-4BC2-9608-2765C719F4F9}"/>
    <dgm:cxn modelId="{152D82C8-C1E2-1D45-B416-36CEE7872B66}" type="presOf" srcId="{966E959A-3520-4C3D-81FA-BDA3C5F5B34B}" destId="{1D969FC7-8CC7-1743-8931-D86CC2057480}" srcOrd="0" destOrd="0" presId="urn:microsoft.com/office/officeart/2005/8/layout/list1"/>
    <dgm:cxn modelId="{712A0BCD-B276-4A60-914A-70427E206019}" srcId="{5ED5A6AF-CDED-43F0-AB53-9731274E9E45}" destId="{4686F2A2-A5A4-4052-9903-8C32765D5FC3}" srcOrd="0" destOrd="0" parTransId="{9C663374-C404-45B0-ABF5-B27E135DA622}" sibTransId="{028BBFBA-604A-467D-BF08-62926D644523}"/>
    <dgm:cxn modelId="{A7D1F8EF-A55D-3248-9666-90E1E620A3FB}" type="presOf" srcId="{454F02B8-42E6-4C7F-A0D1-FC771AAB80D1}" destId="{C3129911-FFEF-E945-9A14-BE5C2CA01B00}" srcOrd="0" destOrd="1" presId="urn:microsoft.com/office/officeart/2005/8/layout/list1"/>
    <dgm:cxn modelId="{67EAECF7-F0D6-4440-A2E7-5C4E2D708CD0}" type="presOf" srcId="{0469F126-6D45-44D9-99BC-94675E57412E}" destId="{C3129911-FFEF-E945-9A14-BE5C2CA01B00}" srcOrd="0" destOrd="2" presId="urn:microsoft.com/office/officeart/2005/8/layout/list1"/>
    <dgm:cxn modelId="{EC92EADD-9D9D-6F45-AF75-397280E237E0}" type="presParOf" srcId="{1D969FC7-8CC7-1743-8931-D86CC2057480}" destId="{22E2783E-F442-7549-9AD0-6F57FC6700AF}" srcOrd="0" destOrd="0" presId="urn:microsoft.com/office/officeart/2005/8/layout/list1"/>
    <dgm:cxn modelId="{1B30ACFC-C064-D74E-BB8F-B31784A9EC1F}" type="presParOf" srcId="{22E2783E-F442-7549-9AD0-6F57FC6700AF}" destId="{7A2793B6-8CBA-C543-95AC-64C29B38648F}" srcOrd="0" destOrd="0" presId="urn:microsoft.com/office/officeart/2005/8/layout/list1"/>
    <dgm:cxn modelId="{EE1062F1-C8F4-0243-B2FB-3EC5FB24B7C8}" type="presParOf" srcId="{22E2783E-F442-7549-9AD0-6F57FC6700AF}" destId="{5EA8E1BA-1B5F-504C-9A95-5288DB4E6120}" srcOrd="1" destOrd="0" presId="urn:microsoft.com/office/officeart/2005/8/layout/list1"/>
    <dgm:cxn modelId="{36646B6F-68CE-9440-9471-F84155B890E0}" type="presParOf" srcId="{1D969FC7-8CC7-1743-8931-D86CC2057480}" destId="{0CA1A149-A9FF-4949-BB9E-66243CBD0664}" srcOrd="1" destOrd="0" presId="urn:microsoft.com/office/officeart/2005/8/layout/list1"/>
    <dgm:cxn modelId="{404CD0A4-FC3D-144E-8563-A8EAB65C918A}" type="presParOf" srcId="{1D969FC7-8CC7-1743-8931-D86CC2057480}" destId="{1E814DBE-7DD4-0248-BEE3-58EF722D8244}" srcOrd="2" destOrd="0" presId="urn:microsoft.com/office/officeart/2005/8/layout/list1"/>
    <dgm:cxn modelId="{1478AE0B-F96B-0C4E-811A-A23B886BB673}" type="presParOf" srcId="{1D969FC7-8CC7-1743-8931-D86CC2057480}" destId="{DF01B60E-7A44-0744-BD18-D86DAF20B926}" srcOrd="3" destOrd="0" presId="urn:microsoft.com/office/officeart/2005/8/layout/list1"/>
    <dgm:cxn modelId="{5D0837B6-CD87-224B-B649-324A287C1ACA}" type="presParOf" srcId="{1D969FC7-8CC7-1743-8931-D86CC2057480}" destId="{4E8C07ED-65F3-B547-B59B-589092385570}" srcOrd="4" destOrd="0" presId="urn:microsoft.com/office/officeart/2005/8/layout/list1"/>
    <dgm:cxn modelId="{F052313F-1AFC-A543-9117-17DFA7F5E63A}" type="presParOf" srcId="{4E8C07ED-65F3-B547-B59B-589092385570}" destId="{B6614105-C422-4F44-AC59-4E4DD5A59BD3}" srcOrd="0" destOrd="0" presId="urn:microsoft.com/office/officeart/2005/8/layout/list1"/>
    <dgm:cxn modelId="{7966A47E-3BA1-AA4B-A37F-33B950153C21}" type="presParOf" srcId="{4E8C07ED-65F3-B547-B59B-589092385570}" destId="{2D2098CA-E239-9645-9674-CDE12FF042E1}" srcOrd="1" destOrd="0" presId="urn:microsoft.com/office/officeart/2005/8/layout/list1"/>
    <dgm:cxn modelId="{BC7A7D04-4242-3048-B171-D84645B5DD79}" type="presParOf" srcId="{1D969FC7-8CC7-1743-8931-D86CC2057480}" destId="{836C92BC-9B74-8D4F-91EE-CF500F9F27E5}" srcOrd="5" destOrd="0" presId="urn:microsoft.com/office/officeart/2005/8/layout/list1"/>
    <dgm:cxn modelId="{D5321348-A6DD-8840-8238-D60A702F9763}" type="presParOf" srcId="{1D969FC7-8CC7-1743-8931-D86CC2057480}" destId="{C3129911-FFEF-E945-9A14-BE5C2CA01B00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0150E54-FB4C-468A-A0C4-59DF2A934C6E}" type="doc">
      <dgm:prSet loTypeId="urn:microsoft.com/office/officeart/2016/7/layout/VerticalSolidActionLis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BE8DA77-888A-4568-A39D-E7BBECEDE077}">
      <dgm:prSet/>
      <dgm:spPr/>
      <dgm:t>
        <a:bodyPr/>
        <a:lstStyle/>
        <a:p>
          <a:r>
            <a:rPr lang="en-US"/>
            <a:t>Models Trained:</a:t>
          </a:r>
        </a:p>
      </dgm:t>
    </dgm:pt>
    <dgm:pt modelId="{F61FFC47-73FE-49EA-A91D-B7480181AED7}" type="parTrans" cxnId="{717C2F53-CFF9-41DF-A6F0-34E0C98134F8}">
      <dgm:prSet/>
      <dgm:spPr/>
      <dgm:t>
        <a:bodyPr/>
        <a:lstStyle/>
        <a:p>
          <a:endParaRPr lang="en-US"/>
        </a:p>
      </dgm:t>
    </dgm:pt>
    <dgm:pt modelId="{78F81F21-8C83-4613-A3E6-F8CF56961C6A}" type="sibTrans" cxnId="{717C2F53-CFF9-41DF-A6F0-34E0C98134F8}">
      <dgm:prSet/>
      <dgm:spPr/>
      <dgm:t>
        <a:bodyPr/>
        <a:lstStyle/>
        <a:p>
          <a:endParaRPr lang="en-US"/>
        </a:p>
      </dgm:t>
    </dgm:pt>
    <dgm:pt modelId="{B056356D-6B89-45F9-AFC5-1A3864C7DDC7}">
      <dgm:prSet/>
      <dgm:spPr/>
      <dgm:t>
        <a:bodyPr/>
        <a:lstStyle/>
        <a:p>
          <a:r>
            <a:rPr lang="en-US"/>
            <a:t>Linear, Ridge, Lasso, Decision Tree, Random Forest, XGBoost, Time-aware XGBoost</a:t>
          </a:r>
        </a:p>
      </dgm:t>
    </dgm:pt>
    <dgm:pt modelId="{B63F5F7D-D655-4EEF-95DF-BAF35B0BC42D}" type="parTrans" cxnId="{DD0897A5-317B-4A52-ACCB-70CA0AA22CE6}">
      <dgm:prSet/>
      <dgm:spPr/>
      <dgm:t>
        <a:bodyPr/>
        <a:lstStyle/>
        <a:p>
          <a:endParaRPr lang="en-US"/>
        </a:p>
      </dgm:t>
    </dgm:pt>
    <dgm:pt modelId="{E4196162-0924-48EF-A2EE-3E54133DC455}" type="sibTrans" cxnId="{DD0897A5-317B-4A52-ACCB-70CA0AA22CE6}">
      <dgm:prSet/>
      <dgm:spPr/>
      <dgm:t>
        <a:bodyPr/>
        <a:lstStyle/>
        <a:p>
          <a:endParaRPr lang="en-US"/>
        </a:p>
      </dgm:t>
    </dgm:pt>
    <dgm:pt modelId="{BF838B2B-52F9-45C8-B467-22512EDEEB90}">
      <dgm:prSet/>
      <dgm:spPr/>
      <dgm:t>
        <a:bodyPr/>
        <a:lstStyle/>
        <a:p>
          <a:r>
            <a:rPr lang="en-US"/>
            <a:t>Evaluation Metrics:</a:t>
          </a:r>
        </a:p>
      </dgm:t>
    </dgm:pt>
    <dgm:pt modelId="{69C86AB9-2DAC-416E-98E8-71DAAB02D2D6}" type="parTrans" cxnId="{B1FFCD37-F4FB-427D-AD83-5FE6662300E9}">
      <dgm:prSet/>
      <dgm:spPr/>
      <dgm:t>
        <a:bodyPr/>
        <a:lstStyle/>
        <a:p>
          <a:endParaRPr lang="en-US"/>
        </a:p>
      </dgm:t>
    </dgm:pt>
    <dgm:pt modelId="{5C3AF5C2-D1BE-4CD8-8DD1-29B6C89161D8}" type="sibTrans" cxnId="{B1FFCD37-F4FB-427D-AD83-5FE6662300E9}">
      <dgm:prSet/>
      <dgm:spPr/>
      <dgm:t>
        <a:bodyPr/>
        <a:lstStyle/>
        <a:p>
          <a:endParaRPr lang="en-US"/>
        </a:p>
      </dgm:t>
    </dgm:pt>
    <dgm:pt modelId="{3AC206B7-2169-4161-B286-4D8F60052744}">
      <dgm:prSet/>
      <dgm:spPr/>
      <dgm:t>
        <a:bodyPr/>
        <a:lstStyle/>
        <a:p>
          <a:r>
            <a:rPr lang="en-US"/>
            <a:t>MAE, MSE, RMSE, R²</a:t>
          </a:r>
        </a:p>
      </dgm:t>
    </dgm:pt>
    <dgm:pt modelId="{ED82DE1D-1E42-4E5A-81F8-0D6A99D3AFEE}" type="parTrans" cxnId="{4B917E7F-D3F4-489A-BC75-B03072C6DD02}">
      <dgm:prSet/>
      <dgm:spPr/>
      <dgm:t>
        <a:bodyPr/>
        <a:lstStyle/>
        <a:p>
          <a:endParaRPr lang="en-US"/>
        </a:p>
      </dgm:t>
    </dgm:pt>
    <dgm:pt modelId="{183130EA-C999-49C5-A3EE-30FAD8DBE697}" type="sibTrans" cxnId="{4B917E7F-D3F4-489A-BC75-B03072C6DD02}">
      <dgm:prSet/>
      <dgm:spPr/>
      <dgm:t>
        <a:bodyPr/>
        <a:lstStyle/>
        <a:p>
          <a:endParaRPr lang="en-US"/>
        </a:p>
      </dgm:t>
    </dgm:pt>
    <dgm:pt modelId="{6987BC1A-78D3-49AA-BAD5-DAD3E69EB3C6}">
      <dgm:prSet/>
      <dgm:spPr/>
      <dgm:t>
        <a:bodyPr/>
        <a:lstStyle/>
        <a:p>
          <a:r>
            <a:rPr lang="en-US"/>
            <a:t>Model Selection:</a:t>
          </a:r>
        </a:p>
      </dgm:t>
    </dgm:pt>
    <dgm:pt modelId="{ED2BC48C-3026-4022-A360-B41B788CBBCA}" type="parTrans" cxnId="{72F2A5C8-E02A-4E48-9A82-A7FFBA89A848}">
      <dgm:prSet/>
      <dgm:spPr/>
      <dgm:t>
        <a:bodyPr/>
        <a:lstStyle/>
        <a:p>
          <a:endParaRPr lang="en-US"/>
        </a:p>
      </dgm:t>
    </dgm:pt>
    <dgm:pt modelId="{4C38EDC7-4433-4B2B-BA33-8914B77CBB47}" type="sibTrans" cxnId="{72F2A5C8-E02A-4E48-9A82-A7FFBA89A848}">
      <dgm:prSet/>
      <dgm:spPr/>
      <dgm:t>
        <a:bodyPr/>
        <a:lstStyle/>
        <a:p>
          <a:endParaRPr lang="en-US"/>
        </a:p>
      </dgm:t>
    </dgm:pt>
    <dgm:pt modelId="{98BC281A-B11A-48D8-94F9-098DB2F84E25}">
      <dgm:prSet/>
      <dgm:spPr/>
      <dgm:t>
        <a:bodyPr/>
        <a:lstStyle/>
        <a:p>
          <a:r>
            <a:rPr lang="en-US"/>
            <a:t>XGBoost chosen based on superior performance</a:t>
          </a:r>
        </a:p>
      </dgm:t>
    </dgm:pt>
    <dgm:pt modelId="{E05726E2-52C9-498E-B02C-1510D1D4CA78}" type="parTrans" cxnId="{BE7D1EA8-9FDA-4000-8BDB-ACA80A775030}">
      <dgm:prSet/>
      <dgm:spPr/>
      <dgm:t>
        <a:bodyPr/>
        <a:lstStyle/>
        <a:p>
          <a:endParaRPr lang="en-US"/>
        </a:p>
      </dgm:t>
    </dgm:pt>
    <dgm:pt modelId="{C23B5359-3A74-4DC1-8CCD-F0684C4015D0}" type="sibTrans" cxnId="{BE7D1EA8-9FDA-4000-8BDB-ACA80A775030}">
      <dgm:prSet/>
      <dgm:spPr/>
      <dgm:t>
        <a:bodyPr/>
        <a:lstStyle/>
        <a:p>
          <a:endParaRPr lang="en-US"/>
        </a:p>
      </dgm:t>
    </dgm:pt>
    <dgm:pt modelId="{425D21BD-05E3-C247-B682-13097780D4D3}" type="pres">
      <dgm:prSet presAssocID="{00150E54-FB4C-468A-A0C4-59DF2A934C6E}" presName="Name0" presStyleCnt="0">
        <dgm:presLayoutVars>
          <dgm:dir/>
          <dgm:animLvl val="lvl"/>
          <dgm:resizeHandles val="exact"/>
        </dgm:presLayoutVars>
      </dgm:prSet>
      <dgm:spPr/>
    </dgm:pt>
    <dgm:pt modelId="{0AE634DC-11B3-2648-BE6D-969BC6C3E414}" type="pres">
      <dgm:prSet presAssocID="{5BE8DA77-888A-4568-A39D-E7BBECEDE077}" presName="linNode" presStyleCnt="0"/>
      <dgm:spPr/>
    </dgm:pt>
    <dgm:pt modelId="{5FCA4CC4-E6D9-6A47-9348-0D23ED24F270}" type="pres">
      <dgm:prSet presAssocID="{5BE8DA77-888A-4568-A39D-E7BBECEDE077}" presName="parentText" presStyleLbl="alignNode1" presStyleIdx="0" presStyleCnt="3">
        <dgm:presLayoutVars>
          <dgm:chMax val="1"/>
          <dgm:bulletEnabled/>
        </dgm:presLayoutVars>
      </dgm:prSet>
      <dgm:spPr/>
    </dgm:pt>
    <dgm:pt modelId="{D48EF2A0-FEDD-6442-82BE-25D69DFB275D}" type="pres">
      <dgm:prSet presAssocID="{5BE8DA77-888A-4568-A39D-E7BBECEDE077}" presName="descendantText" presStyleLbl="alignAccFollowNode1" presStyleIdx="0" presStyleCnt="3">
        <dgm:presLayoutVars>
          <dgm:bulletEnabled/>
        </dgm:presLayoutVars>
      </dgm:prSet>
      <dgm:spPr/>
    </dgm:pt>
    <dgm:pt modelId="{F6B98337-E7D1-F247-A1E2-A2E484CF2C50}" type="pres">
      <dgm:prSet presAssocID="{78F81F21-8C83-4613-A3E6-F8CF56961C6A}" presName="sp" presStyleCnt="0"/>
      <dgm:spPr/>
    </dgm:pt>
    <dgm:pt modelId="{DC787171-5297-A342-9E0B-7B76BA4292FB}" type="pres">
      <dgm:prSet presAssocID="{BF838B2B-52F9-45C8-B467-22512EDEEB90}" presName="linNode" presStyleCnt="0"/>
      <dgm:spPr/>
    </dgm:pt>
    <dgm:pt modelId="{8AC2D3E7-FC23-E147-B812-5251259480D3}" type="pres">
      <dgm:prSet presAssocID="{BF838B2B-52F9-45C8-B467-22512EDEEB90}" presName="parentText" presStyleLbl="alignNode1" presStyleIdx="1" presStyleCnt="3">
        <dgm:presLayoutVars>
          <dgm:chMax val="1"/>
          <dgm:bulletEnabled/>
        </dgm:presLayoutVars>
      </dgm:prSet>
      <dgm:spPr/>
    </dgm:pt>
    <dgm:pt modelId="{88504412-620F-1243-87B4-67B12343568B}" type="pres">
      <dgm:prSet presAssocID="{BF838B2B-52F9-45C8-B467-22512EDEEB90}" presName="descendantText" presStyleLbl="alignAccFollowNode1" presStyleIdx="1" presStyleCnt="3">
        <dgm:presLayoutVars>
          <dgm:bulletEnabled/>
        </dgm:presLayoutVars>
      </dgm:prSet>
      <dgm:spPr/>
    </dgm:pt>
    <dgm:pt modelId="{6933730D-79F6-1A4F-A69D-821DA92862E1}" type="pres">
      <dgm:prSet presAssocID="{5C3AF5C2-D1BE-4CD8-8DD1-29B6C89161D8}" presName="sp" presStyleCnt="0"/>
      <dgm:spPr/>
    </dgm:pt>
    <dgm:pt modelId="{AF7F4B4A-E3FE-E046-AFE4-680A75B9153F}" type="pres">
      <dgm:prSet presAssocID="{6987BC1A-78D3-49AA-BAD5-DAD3E69EB3C6}" presName="linNode" presStyleCnt="0"/>
      <dgm:spPr/>
    </dgm:pt>
    <dgm:pt modelId="{54AB003E-6EF6-B542-9B97-2CC3E6F482C0}" type="pres">
      <dgm:prSet presAssocID="{6987BC1A-78D3-49AA-BAD5-DAD3E69EB3C6}" presName="parentText" presStyleLbl="alignNode1" presStyleIdx="2" presStyleCnt="3">
        <dgm:presLayoutVars>
          <dgm:chMax val="1"/>
          <dgm:bulletEnabled/>
        </dgm:presLayoutVars>
      </dgm:prSet>
      <dgm:spPr/>
    </dgm:pt>
    <dgm:pt modelId="{4400A610-5AC5-4945-9C5F-774BDCEEEB83}" type="pres">
      <dgm:prSet presAssocID="{6987BC1A-78D3-49AA-BAD5-DAD3E69EB3C6}" presName="descendantText" presStyleLbl="alignAccFollowNode1" presStyleIdx="2" presStyleCnt="3">
        <dgm:presLayoutVars>
          <dgm:bulletEnabled/>
        </dgm:presLayoutVars>
      </dgm:prSet>
      <dgm:spPr/>
    </dgm:pt>
  </dgm:ptLst>
  <dgm:cxnLst>
    <dgm:cxn modelId="{7B48470D-50A7-8047-9E5D-36E53BE3308C}" type="presOf" srcId="{6987BC1A-78D3-49AA-BAD5-DAD3E69EB3C6}" destId="{54AB003E-6EF6-B542-9B97-2CC3E6F482C0}" srcOrd="0" destOrd="0" presId="urn:microsoft.com/office/officeart/2016/7/layout/VerticalSolidActionList"/>
    <dgm:cxn modelId="{D8449C22-E8AC-A946-ACA9-A685BE7E3467}" type="presOf" srcId="{98BC281A-B11A-48D8-94F9-098DB2F84E25}" destId="{4400A610-5AC5-4945-9C5F-774BDCEEEB83}" srcOrd="0" destOrd="0" presId="urn:microsoft.com/office/officeart/2016/7/layout/VerticalSolidActionList"/>
    <dgm:cxn modelId="{B1FFCD37-F4FB-427D-AD83-5FE6662300E9}" srcId="{00150E54-FB4C-468A-A0C4-59DF2A934C6E}" destId="{BF838B2B-52F9-45C8-B467-22512EDEEB90}" srcOrd="1" destOrd="0" parTransId="{69C86AB9-2DAC-416E-98E8-71DAAB02D2D6}" sibTransId="{5C3AF5C2-D1BE-4CD8-8DD1-29B6C89161D8}"/>
    <dgm:cxn modelId="{717C2F53-CFF9-41DF-A6F0-34E0C98134F8}" srcId="{00150E54-FB4C-468A-A0C4-59DF2A934C6E}" destId="{5BE8DA77-888A-4568-A39D-E7BBECEDE077}" srcOrd="0" destOrd="0" parTransId="{F61FFC47-73FE-49EA-A91D-B7480181AED7}" sibTransId="{78F81F21-8C83-4613-A3E6-F8CF56961C6A}"/>
    <dgm:cxn modelId="{E1CA2E74-9461-024F-91B4-161EB08C7626}" type="presOf" srcId="{5BE8DA77-888A-4568-A39D-E7BBECEDE077}" destId="{5FCA4CC4-E6D9-6A47-9348-0D23ED24F270}" srcOrd="0" destOrd="0" presId="urn:microsoft.com/office/officeart/2016/7/layout/VerticalSolidActionList"/>
    <dgm:cxn modelId="{4B917E7F-D3F4-489A-BC75-B03072C6DD02}" srcId="{BF838B2B-52F9-45C8-B467-22512EDEEB90}" destId="{3AC206B7-2169-4161-B286-4D8F60052744}" srcOrd="0" destOrd="0" parTransId="{ED82DE1D-1E42-4E5A-81F8-0D6A99D3AFEE}" sibTransId="{183130EA-C999-49C5-A3EE-30FAD8DBE697}"/>
    <dgm:cxn modelId="{9123E695-AE57-B547-B426-1F1DAA5C5F1F}" type="presOf" srcId="{00150E54-FB4C-468A-A0C4-59DF2A934C6E}" destId="{425D21BD-05E3-C247-B682-13097780D4D3}" srcOrd="0" destOrd="0" presId="urn:microsoft.com/office/officeart/2016/7/layout/VerticalSolidActionList"/>
    <dgm:cxn modelId="{5DFBDF97-E528-D44A-A7B8-4919ED9D4238}" type="presOf" srcId="{B056356D-6B89-45F9-AFC5-1A3864C7DDC7}" destId="{D48EF2A0-FEDD-6442-82BE-25D69DFB275D}" srcOrd="0" destOrd="0" presId="urn:microsoft.com/office/officeart/2016/7/layout/VerticalSolidActionList"/>
    <dgm:cxn modelId="{DD0897A5-317B-4A52-ACCB-70CA0AA22CE6}" srcId="{5BE8DA77-888A-4568-A39D-E7BBECEDE077}" destId="{B056356D-6B89-45F9-AFC5-1A3864C7DDC7}" srcOrd="0" destOrd="0" parTransId="{B63F5F7D-D655-4EEF-95DF-BAF35B0BC42D}" sibTransId="{E4196162-0924-48EF-A2EE-3E54133DC455}"/>
    <dgm:cxn modelId="{6E4D66A6-8B77-564C-8F95-C6C6AE338A97}" type="presOf" srcId="{3AC206B7-2169-4161-B286-4D8F60052744}" destId="{88504412-620F-1243-87B4-67B12343568B}" srcOrd="0" destOrd="0" presId="urn:microsoft.com/office/officeart/2016/7/layout/VerticalSolidActionList"/>
    <dgm:cxn modelId="{BE7D1EA8-9FDA-4000-8BDB-ACA80A775030}" srcId="{6987BC1A-78D3-49AA-BAD5-DAD3E69EB3C6}" destId="{98BC281A-B11A-48D8-94F9-098DB2F84E25}" srcOrd="0" destOrd="0" parTransId="{E05726E2-52C9-498E-B02C-1510D1D4CA78}" sibTransId="{C23B5359-3A74-4DC1-8CCD-F0684C4015D0}"/>
    <dgm:cxn modelId="{72F2A5C8-E02A-4E48-9A82-A7FFBA89A848}" srcId="{00150E54-FB4C-468A-A0C4-59DF2A934C6E}" destId="{6987BC1A-78D3-49AA-BAD5-DAD3E69EB3C6}" srcOrd="2" destOrd="0" parTransId="{ED2BC48C-3026-4022-A360-B41B788CBBCA}" sibTransId="{4C38EDC7-4433-4B2B-BA33-8914B77CBB47}"/>
    <dgm:cxn modelId="{6C4129FF-071D-6D48-B36C-0DE7196D7FDA}" type="presOf" srcId="{BF838B2B-52F9-45C8-B467-22512EDEEB90}" destId="{8AC2D3E7-FC23-E147-B812-5251259480D3}" srcOrd="0" destOrd="0" presId="urn:microsoft.com/office/officeart/2016/7/layout/VerticalSolidActionList"/>
    <dgm:cxn modelId="{9645BC93-0E08-C64B-82BE-D25A9E339CE9}" type="presParOf" srcId="{425D21BD-05E3-C247-B682-13097780D4D3}" destId="{0AE634DC-11B3-2648-BE6D-969BC6C3E414}" srcOrd="0" destOrd="0" presId="urn:microsoft.com/office/officeart/2016/7/layout/VerticalSolidActionList"/>
    <dgm:cxn modelId="{0ACAA1B5-FE0B-EF47-89EB-E38B2BDB1E6A}" type="presParOf" srcId="{0AE634DC-11B3-2648-BE6D-969BC6C3E414}" destId="{5FCA4CC4-E6D9-6A47-9348-0D23ED24F270}" srcOrd="0" destOrd="0" presId="urn:microsoft.com/office/officeart/2016/7/layout/VerticalSolidActionList"/>
    <dgm:cxn modelId="{D5686301-CBAA-324E-ABF4-2BEA3DBE0824}" type="presParOf" srcId="{0AE634DC-11B3-2648-BE6D-969BC6C3E414}" destId="{D48EF2A0-FEDD-6442-82BE-25D69DFB275D}" srcOrd="1" destOrd="0" presId="urn:microsoft.com/office/officeart/2016/7/layout/VerticalSolidActionList"/>
    <dgm:cxn modelId="{257085C1-4384-7547-937A-538933ADC86E}" type="presParOf" srcId="{425D21BD-05E3-C247-B682-13097780D4D3}" destId="{F6B98337-E7D1-F247-A1E2-A2E484CF2C50}" srcOrd="1" destOrd="0" presId="urn:microsoft.com/office/officeart/2016/7/layout/VerticalSolidActionList"/>
    <dgm:cxn modelId="{E06A488E-4E1A-0C4B-8411-75CEBFEFA3AA}" type="presParOf" srcId="{425D21BD-05E3-C247-B682-13097780D4D3}" destId="{DC787171-5297-A342-9E0B-7B76BA4292FB}" srcOrd="2" destOrd="0" presId="urn:microsoft.com/office/officeart/2016/7/layout/VerticalSolidActionList"/>
    <dgm:cxn modelId="{F9A8A84B-3656-F54B-A789-17C9980CA709}" type="presParOf" srcId="{DC787171-5297-A342-9E0B-7B76BA4292FB}" destId="{8AC2D3E7-FC23-E147-B812-5251259480D3}" srcOrd="0" destOrd="0" presId="urn:microsoft.com/office/officeart/2016/7/layout/VerticalSolidActionList"/>
    <dgm:cxn modelId="{CF103336-14E5-B241-8037-A397163F95EA}" type="presParOf" srcId="{DC787171-5297-A342-9E0B-7B76BA4292FB}" destId="{88504412-620F-1243-87B4-67B12343568B}" srcOrd="1" destOrd="0" presId="urn:microsoft.com/office/officeart/2016/7/layout/VerticalSolidActionList"/>
    <dgm:cxn modelId="{40BC21CC-8448-6C4A-9DD6-79B98EF968B2}" type="presParOf" srcId="{425D21BD-05E3-C247-B682-13097780D4D3}" destId="{6933730D-79F6-1A4F-A69D-821DA92862E1}" srcOrd="3" destOrd="0" presId="urn:microsoft.com/office/officeart/2016/7/layout/VerticalSolidActionList"/>
    <dgm:cxn modelId="{09B8938D-AE47-934E-8025-25287EDC5F58}" type="presParOf" srcId="{425D21BD-05E3-C247-B682-13097780D4D3}" destId="{AF7F4B4A-E3FE-E046-AFE4-680A75B9153F}" srcOrd="4" destOrd="0" presId="urn:microsoft.com/office/officeart/2016/7/layout/VerticalSolidActionList"/>
    <dgm:cxn modelId="{714B66BC-F108-3743-A23F-3FA4397CC951}" type="presParOf" srcId="{AF7F4B4A-E3FE-E046-AFE4-680A75B9153F}" destId="{54AB003E-6EF6-B542-9B97-2CC3E6F482C0}" srcOrd="0" destOrd="0" presId="urn:microsoft.com/office/officeart/2016/7/layout/VerticalSolidActionList"/>
    <dgm:cxn modelId="{0297F0C8-F6F8-9542-A078-4E61DD044B21}" type="presParOf" srcId="{AF7F4B4A-E3FE-E046-AFE4-680A75B9153F}" destId="{4400A610-5AC5-4945-9C5F-774BDCEEEB83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E2F7A59-18E0-3B49-8756-C3E2BDAD69B9}" type="doc">
      <dgm:prSet loTypeId="urn:microsoft.com/office/officeart/2005/8/layout/vList2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GB"/>
        </a:p>
      </dgm:t>
    </dgm:pt>
    <dgm:pt modelId="{D9819646-1DB0-784F-9F14-2DFB117A20BD}">
      <dgm:prSet/>
      <dgm:spPr/>
      <dgm:t>
        <a:bodyPr/>
        <a:lstStyle/>
        <a:p>
          <a:r>
            <a:rPr lang="en-IN"/>
            <a:t>Best Performer: XGBoost</a:t>
          </a:r>
        </a:p>
      </dgm:t>
    </dgm:pt>
    <dgm:pt modelId="{F81EBA77-FAD3-BD41-8633-75DFF49DBBDF}" type="parTrans" cxnId="{3BB80978-8472-974F-B69C-9D7385F469E9}">
      <dgm:prSet/>
      <dgm:spPr/>
      <dgm:t>
        <a:bodyPr/>
        <a:lstStyle/>
        <a:p>
          <a:endParaRPr lang="en-GB"/>
        </a:p>
      </dgm:t>
    </dgm:pt>
    <dgm:pt modelId="{45A04FBD-1F14-A94E-AFD7-F917C2A728DC}" type="sibTrans" cxnId="{3BB80978-8472-974F-B69C-9D7385F469E9}">
      <dgm:prSet/>
      <dgm:spPr/>
      <dgm:t>
        <a:bodyPr/>
        <a:lstStyle/>
        <a:p>
          <a:endParaRPr lang="en-GB"/>
        </a:p>
      </dgm:t>
    </dgm:pt>
    <dgm:pt modelId="{17C104C0-099F-5E43-A052-07695A2B0F1D}">
      <dgm:prSet/>
      <dgm:spPr/>
      <dgm:t>
        <a:bodyPr/>
        <a:lstStyle/>
        <a:p>
          <a:r>
            <a:rPr lang="en-IN"/>
            <a:t>Underperformers: KNN, Linear Regression</a:t>
          </a:r>
        </a:p>
      </dgm:t>
    </dgm:pt>
    <dgm:pt modelId="{8E465B71-0901-9442-BCC5-90D0E20FB5E1}" type="parTrans" cxnId="{AE9FD95B-8524-4144-9973-B217166B784D}">
      <dgm:prSet/>
      <dgm:spPr/>
      <dgm:t>
        <a:bodyPr/>
        <a:lstStyle/>
        <a:p>
          <a:endParaRPr lang="en-GB"/>
        </a:p>
      </dgm:t>
    </dgm:pt>
    <dgm:pt modelId="{65C44F6C-B667-E244-A3F7-9D611845C836}" type="sibTrans" cxnId="{AE9FD95B-8524-4144-9973-B217166B784D}">
      <dgm:prSet/>
      <dgm:spPr/>
      <dgm:t>
        <a:bodyPr/>
        <a:lstStyle/>
        <a:p>
          <a:endParaRPr lang="en-GB"/>
        </a:p>
      </dgm:t>
    </dgm:pt>
    <dgm:pt modelId="{971A993E-67EE-7340-B4C2-331EE83080A9}" type="pres">
      <dgm:prSet presAssocID="{DE2F7A59-18E0-3B49-8756-C3E2BDAD69B9}" presName="linear" presStyleCnt="0">
        <dgm:presLayoutVars>
          <dgm:animLvl val="lvl"/>
          <dgm:resizeHandles val="exact"/>
        </dgm:presLayoutVars>
      </dgm:prSet>
      <dgm:spPr/>
    </dgm:pt>
    <dgm:pt modelId="{F9BD4421-267A-3B42-A9F5-CB152837461C}" type="pres">
      <dgm:prSet presAssocID="{D9819646-1DB0-784F-9F14-2DFB117A20BD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0B1A684-F8F0-2C47-B271-23F17F242EC4}" type="pres">
      <dgm:prSet presAssocID="{45A04FBD-1F14-A94E-AFD7-F917C2A728DC}" presName="spacer" presStyleCnt="0"/>
      <dgm:spPr/>
    </dgm:pt>
    <dgm:pt modelId="{9620AC83-556D-6241-8B3D-9045F4330916}" type="pres">
      <dgm:prSet presAssocID="{17C104C0-099F-5E43-A052-07695A2B0F1D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07438939-4580-264C-8DD2-BB81A6BF9BDE}" type="presOf" srcId="{DE2F7A59-18E0-3B49-8756-C3E2BDAD69B9}" destId="{971A993E-67EE-7340-B4C2-331EE83080A9}" srcOrd="0" destOrd="0" presId="urn:microsoft.com/office/officeart/2005/8/layout/vList2"/>
    <dgm:cxn modelId="{AE9FD95B-8524-4144-9973-B217166B784D}" srcId="{DE2F7A59-18E0-3B49-8756-C3E2BDAD69B9}" destId="{17C104C0-099F-5E43-A052-07695A2B0F1D}" srcOrd="1" destOrd="0" parTransId="{8E465B71-0901-9442-BCC5-90D0E20FB5E1}" sibTransId="{65C44F6C-B667-E244-A3F7-9D611845C836}"/>
    <dgm:cxn modelId="{3BB80978-8472-974F-B69C-9D7385F469E9}" srcId="{DE2F7A59-18E0-3B49-8756-C3E2BDAD69B9}" destId="{D9819646-1DB0-784F-9F14-2DFB117A20BD}" srcOrd="0" destOrd="0" parTransId="{F81EBA77-FAD3-BD41-8633-75DFF49DBBDF}" sibTransId="{45A04FBD-1F14-A94E-AFD7-F917C2A728DC}"/>
    <dgm:cxn modelId="{FDE70292-1047-C040-9A09-5B64890080E3}" type="presOf" srcId="{D9819646-1DB0-784F-9F14-2DFB117A20BD}" destId="{F9BD4421-267A-3B42-A9F5-CB152837461C}" srcOrd="0" destOrd="0" presId="urn:microsoft.com/office/officeart/2005/8/layout/vList2"/>
    <dgm:cxn modelId="{C33CE7F5-25BF-5449-AB18-4785F8CFCFA6}" type="presOf" srcId="{17C104C0-099F-5E43-A052-07695A2B0F1D}" destId="{9620AC83-556D-6241-8B3D-9045F4330916}" srcOrd="0" destOrd="0" presId="urn:microsoft.com/office/officeart/2005/8/layout/vList2"/>
    <dgm:cxn modelId="{CC3090DD-40FA-084C-A500-BF9B3988F2FC}" type="presParOf" srcId="{971A993E-67EE-7340-B4C2-331EE83080A9}" destId="{F9BD4421-267A-3B42-A9F5-CB152837461C}" srcOrd="0" destOrd="0" presId="urn:microsoft.com/office/officeart/2005/8/layout/vList2"/>
    <dgm:cxn modelId="{6099AA9E-831E-E743-97A0-22984E496CCB}" type="presParOf" srcId="{971A993E-67EE-7340-B4C2-331EE83080A9}" destId="{70B1A684-F8F0-2C47-B271-23F17F242EC4}" srcOrd="1" destOrd="0" presId="urn:microsoft.com/office/officeart/2005/8/layout/vList2"/>
    <dgm:cxn modelId="{E8E82E87-D673-3142-8DFB-5891060B4F34}" type="presParOf" srcId="{971A993E-67EE-7340-B4C2-331EE83080A9}" destId="{9620AC83-556D-6241-8B3D-9045F4330916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CAE2FD9-94F6-8C4A-851D-186C27DAE11A}" type="doc">
      <dgm:prSet loTypeId="urn:microsoft.com/office/officeart/2005/8/layout/vList2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GB"/>
        </a:p>
      </dgm:t>
    </dgm:pt>
    <dgm:pt modelId="{790DDFCE-E8D4-9540-A76F-8429986BA320}">
      <dgm:prSet/>
      <dgm:spPr/>
      <dgm:t>
        <a:bodyPr/>
        <a:lstStyle/>
        <a:p>
          <a:r>
            <a:rPr lang="en-IN" dirty="0"/>
            <a:t>Observed vs Predicted (</a:t>
          </a:r>
          <a:r>
            <a:rPr lang="en-IN" dirty="0" err="1"/>
            <a:t>XGBoost</a:t>
          </a:r>
          <a:r>
            <a:rPr lang="en-IN" dirty="0"/>
            <a:t>) → Very close tracking</a:t>
          </a:r>
        </a:p>
      </dgm:t>
    </dgm:pt>
    <dgm:pt modelId="{0282C6DE-F052-3747-B39D-AD685AF2C261}" type="parTrans" cxnId="{98321BD1-37DC-F248-9749-561B5905AD1C}">
      <dgm:prSet/>
      <dgm:spPr/>
      <dgm:t>
        <a:bodyPr/>
        <a:lstStyle/>
        <a:p>
          <a:endParaRPr lang="en-GB"/>
        </a:p>
      </dgm:t>
    </dgm:pt>
    <dgm:pt modelId="{AAD88751-47A6-5946-AFB4-22AEC04D373D}" type="sibTrans" cxnId="{98321BD1-37DC-F248-9749-561B5905AD1C}">
      <dgm:prSet/>
      <dgm:spPr/>
      <dgm:t>
        <a:bodyPr/>
        <a:lstStyle/>
        <a:p>
          <a:endParaRPr lang="en-GB"/>
        </a:p>
      </dgm:t>
    </dgm:pt>
    <dgm:pt modelId="{D612902C-787B-804A-B0F4-B3E640CE33DC}" type="pres">
      <dgm:prSet presAssocID="{8CAE2FD9-94F6-8C4A-851D-186C27DAE11A}" presName="linear" presStyleCnt="0">
        <dgm:presLayoutVars>
          <dgm:animLvl val="lvl"/>
          <dgm:resizeHandles val="exact"/>
        </dgm:presLayoutVars>
      </dgm:prSet>
      <dgm:spPr/>
    </dgm:pt>
    <dgm:pt modelId="{CEA7A693-E0B3-724E-AB2E-8C0AC9834C8C}" type="pres">
      <dgm:prSet presAssocID="{790DDFCE-E8D4-9540-A76F-8429986BA320}" presName="parentText" presStyleLbl="node1" presStyleIdx="0" presStyleCnt="1" custLinFactNeighborX="203" custLinFactNeighborY="62256">
        <dgm:presLayoutVars>
          <dgm:chMax val="0"/>
          <dgm:bulletEnabled val="1"/>
        </dgm:presLayoutVars>
      </dgm:prSet>
      <dgm:spPr/>
    </dgm:pt>
  </dgm:ptLst>
  <dgm:cxnLst>
    <dgm:cxn modelId="{69B13597-3D40-FC4D-BC86-7402019702D3}" type="presOf" srcId="{8CAE2FD9-94F6-8C4A-851D-186C27DAE11A}" destId="{D612902C-787B-804A-B0F4-B3E640CE33DC}" srcOrd="0" destOrd="0" presId="urn:microsoft.com/office/officeart/2005/8/layout/vList2"/>
    <dgm:cxn modelId="{DDED36CB-0255-6E4E-9646-22E8CC8E9071}" type="presOf" srcId="{790DDFCE-E8D4-9540-A76F-8429986BA320}" destId="{CEA7A693-E0B3-724E-AB2E-8C0AC9834C8C}" srcOrd="0" destOrd="0" presId="urn:microsoft.com/office/officeart/2005/8/layout/vList2"/>
    <dgm:cxn modelId="{98321BD1-37DC-F248-9749-561B5905AD1C}" srcId="{8CAE2FD9-94F6-8C4A-851D-186C27DAE11A}" destId="{790DDFCE-E8D4-9540-A76F-8429986BA320}" srcOrd="0" destOrd="0" parTransId="{0282C6DE-F052-3747-B39D-AD685AF2C261}" sibTransId="{AAD88751-47A6-5946-AFB4-22AEC04D373D}"/>
    <dgm:cxn modelId="{DF22DC8E-B1D6-A341-BFBD-49F0A09F0B25}" type="presParOf" srcId="{D612902C-787B-804A-B0F4-B3E640CE33DC}" destId="{CEA7A693-E0B3-724E-AB2E-8C0AC9834C8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AED8CA1A-713C-9742-89B4-1DE2E4E1C88B}" type="doc">
      <dgm:prSet loTypeId="urn:microsoft.com/office/officeart/2005/8/layout/vList2" loCatId="list" qsTypeId="urn:microsoft.com/office/officeart/2005/8/quickstyle/simple1" qsCatId="simple" csTypeId="urn:microsoft.com/office/officeart/2005/8/colors/colorful3" csCatId="colorful"/>
      <dgm:spPr/>
      <dgm:t>
        <a:bodyPr/>
        <a:lstStyle/>
        <a:p>
          <a:endParaRPr lang="en-GB"/>
        </a:p>
      </dgm:t>
    </dgm:pt>
    <dgm:pt modelId="{BED1307B-E1BA-6F48-8090-095BD39A2FFE}">
      <dgm:prSet/>
      <dgm:spPr/>
      <dgm:t>
        <a:bodyPr/>
        <a:lstStyle/>
        <a:p>
          <a:r>
            <a:rPr lang="en-IN"/>
            <a:t>Comparison of all models → XGBoost shows least deviation</a:t>
          </a:r>
        </a:p>
      </dgm:t>
    </dgm:pt>
    <dgm:pt modelId="{294693F8-081C-BA48-8FB3-7BA0414D3CBA}" type="parTrans" cxnId="{1B538CF9-7806-EC4E-8CFA-FEC20A660AD1}">
      <dgm:prSet/>
      <dgm:spPr/>
      <dgm:t>
        <a:bodyPr/>
        <a:lstStyle/>
        <a:p>
          <a:endParaRPr lang="en-GB"/>
        </a:p>
      </dgm:t>
    </dgm:pt>
    <dgm:pt modelId="{84C88307-BC7C-AB41-AD78-A72F918612F8}" type="sibTrans" cxnId="{1B538CF9-7806-EC4E-8CFA-FEC20A660AD1}">
      <dgm:prSet/>
      <dgm:spPr/>
      <dgm:t>
        <a:bodyPr/>
        <a:lstStyle/>
        <a:p>
          <a:endParaRPr lang="en-GB"/>
        </a:p>
      </dgm:t>
    </dgm:pt>
    <dgm:pt modelId="{486438C1-B43F-B54D-BE90-9CC4103A559D}" type="pres">
      <dgm:prSet presAssocID="{AED8CA1A-713C-9742-89B4-1DE2E4E1C88B}" presName="linear" presStyleCnt="0">
        <dgm:presLayoutVars>
          <dgm:animLvl val="lvl"/>
          <dgm:resizeHandles val="exact"/>
        </dgm:presLayoutVars>
      </dgm:prSet>
      <dgm:spPr/>
    </dgm:pt>
    <dgm:pt modelId="{1614F2CB-E443-1C45-9CDE-19526479061E}" type="pres">
      <dgm:prSet presAssocID="{BED1307B-E1BA-6F48-8090-095BD39A2FFE}" presName="parentText" presStyleLbl="node1" presStyleIdx="0" presStyleCnt="1" custLinFactY="44780" custLinFactNeighborX="-1149" custLinFactNeighborY="100000">
        <dgm:presLayoutVars>
          <dgm:chMax val="0"/>
          <dgm:bulletEnabled val="1"/>
        </dgm:presLayoutVars>
      </dgm:prSet>
      <dgm:spPr/>
    </dgm:pt>
  </dgm:ptLst>
  <dgm:cxnLst>
    <dgm:cxn modelId="{389D7339-BA1D-3C43-B5D6-5ACCF759426D}" type="presOf" srcId="{AED8CA1A-713C-9742-89B4-1DE2E4E1C88B}" destId="{486438C1-B43F-B54D-BE90-9CC4103A559D}" srcOrd="0" destOrd="0" presId="urn:microsoft.com/office/officeart/2005/8/layout/vList2"/>
    <dgm:cxn modelId="{7BC1C3D3-0FED-704A-8B5D-D5AC401AF185}" type="presOf" srcId="{BED1307B-E1BA-6F48-8090-095BD39A2FFE}" destId="{1614F2CB-E443-1C45-9CDE-19526479061E}" srcOrd="0" destOrd="0" presId="urn:microsoft.com/office/officeart/2005/8/layout/vList2"/>
    <dgm:cxn modelId="{1B538CF9-7806-EC4E-8CFA-FEC20A660AD1}" srcId="{AED8CA1A-713C-9742-89B4-1DE2E4E1C88B}" destId="{BED1307B-E1BA-6F48-8090-095BD39A2FFE}" srcOrd="0" destOrd="0" parTransId="{294693F8-081C-BA48-8FB3-7BA0414D3CBA}" sibTransId="{84C88307-BC7C-AB41-AD78-A72F918612F8}"/>
    <dgm:cxn modelId="{8693FD1E-2DE2-A241-887F-D35F0FFB1B95}" type="presParOf" srcId="{486438C1-B43F-B54D-BE90-9CC4103A559D}" destId="{1614F2CB-E443-1C45-9CDE-19526479061E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1FD9114B-2CBD-8240-9E81-C24170D31D64}" type="doc">
      <dgm:prSet loTypeId="urn:microsoft.com/office/officeart/2005/8/layout/vList2" loCatId="list" qsTypeId="urn:microsoft.com/office/officeart/2005/8/quickstyle/simple1" qsCatId="simple" csTypeId="urn:microsoft.com/office/officeart/2005/8/colors/colorful4" csCatId="colorful"/>
      <dgm:spPr/>
      <dgm:t>
        <a:bodyPr/>
        <a:lstStyle/>
        <a:p>
          <a:endParaRPr lang="en-GB"/>
        </a:p>
      </dgm:t>
    </dgm:pt>
    <dgm:pt modelId="{D95F2368-22E8-694E-B5F3-93DA684B9A99}">
      <dgm:prSet/>
      <dgm:spPr/>
      <dgm:t>
        <a:bodyPr/>
        <a:lstStyle/>
        <a:p>
          <a:r>
            <a:rPr lang="en-IN"/>
            <a:t>Time Series (peak demand) → XGBoost captures peaks well</a:t>
          </a:r>
        </a:p>
      </dgm:t>
    </dgm:pt>
    <dgm:pt modelId="{64485A41-368D-1D42-9BA6-D90D1DF20637}" type="parTrans" cxnId="{22572842-92DD-1E42-A411-40D346FE8497}">
      <dgm:prSet/>
      <dgm:spPr/>
      <dgm:t>
        <a:bodyPr/>
        <a:lstStyle/>
        <a:p>
          <a:endParaRPr lang="en-GB"/>
        </a:p>
      </dgm:t>
    </dgm:pt>
    <dgm:pt modelId="{7E90FCD2-6945-0E47-AE50-810E4A7A3899}" type="sibTrans" cxnId="{22572842-92DD-1E42-A411-40D346FE8497}">
      <dgm:prSet/>
      <dgm:spPr/>
      <dgm:t>
        <a:bodyPr/>
        <a:lstStyle/>
        <a:p>
          <a:endParaRPr lang="en-GB"/>
        </a:p>
      </dgm:t>
    </dgm:pt>
    <dgm:pt modelId="{6ABD96E9-9CEE-CA47-A625-D2279E55AFF2}" type="pres">
      <dgm:prSet presAssocID="{1FD9114B-2CBD-8240-9E81-C24170D31D64}" presName="linear" presStyleCnt="0">
        <dgm:presLayoutVars>
          <dgm:animLvl val="lvl"/>
          <dgm:resizeHandles val="exact"/>
        </dgm:presLayoutVars>
      </dgm:prSet>
      <dgm:spPr/>
    </dgm:pt>
    <dgm:pt modelId="{9D1CC8DC-5A8C-D047-B492-9BE58B79FC33}" type="pres">
      <dgm:prSet presAssocID="{D95F2368-22E8-694E-B5F3-93DA684B9A99}" presName="parentText" presStyleLbl="node1" presStyleIdx="0" presStyleCnt="1" custLinFactNeighborX="-9068" custLinFactNeighborY="-28331">
        <dgm:presLayoutVars>
          <dgm:chMax val="0"/>
          <dgm:bulletEnabled val="1"/>
        </dgm:presLayoutVars>
      </dgm:prSet>
      <dgm:spPr/>
    </dgm:pt>
  </dgm:ptLst>
  <dgm:cxnLst>
    <dgm:cxn modelId="{5C75EB2E-95F4-854C-B2A7-9C6B1681AE65}" type="presOf" srcId="{1FD9114B-2CBD-8240-9E81-C24170D31D64}" destId="{6ABD96E9-9CEE-CA47-A625-D2279E55AFF2}" srcOrd="0" destOrd="0" presId="urn:microsoft.com/office/officeart/2005/8/layout/vList2"/>
    <dgm:cxn modelId="{22572842-92DD-1E42-A411-40D346FE8497}" srcId="{1FD9114B-2CBD-8240-9E81-C24170D31D64}" destId="{D95F2368-22E8-694E-B5F3-93DA684B9A99}" srcOrd="0" destOrd="0" parTransId="{64485A41-368D-1D42-9BA6-D90D1DF20637}" sibTransId="{7E90FCD2-6945-0E47-AE50-810E4A7A3899}"/>
    <dgm:cxn modelId="{893751FB-4C25-064E-8837-A20CF37384C4}" type="presOf" srcId="{D95F2368-22E8-694E-B5F3-93DA684B9A99}" destId="{9D1CC8DC-5A8C-D047-B492-9BE58B79FC33}" srcOrd="0" destOrd="0" presId="urn:microsoft.com/office/officeart/2005/8/layout/vList2"/>
    <dgm:cxn modelId="{76CA4449-1391-BB44-A864-BAD35D3902F9}" type="presParOf" srcId="{6ABD96E9-9CEE-CA47-A625-D2279E55AFF2}" destId="{9D1CC8DC-5A8C-D047-B492-9BE58B79FC3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FB378B42-08C8-4EA5-ADEE-F95E40FB3C1B}" type="doc">
      <dgm:prSet loTypeId="urn:microsoft.com/office/officeart/2005/8/layout/list1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5F62CEF-A08D-4DEE-824D-295AFF994E23}">
      <dgm:prSet/>
      <dgm:spPr/>
      <dgm:t>
        <a:bodyPr/>
        <a:lstStyle/>
        <a:p>
          <a:r>
            <a:rPr lang="en-US"/>
            <a:t>XGBoost Benefits:</a:t>
          </a:r>
        </a:p>
      </dgm:t>
    </dgm:pt>
    <dgm:pt modelId="{AFC93132-5C9B-490A-8C69-0D0F01C0B88E}" type="parTrans" cxnId="{B43C8C13-0552-4177-9271-89A32FD076F3}">
      <dgm:prSet/>
      <dgm:spPr/>
      <dgm:t>
        <a:bodyPr/>
        <a:lstStyle/>
        <a:p>
          <a:endParaRPr lang="en-US"/>
        </a:p>
      </dgm:t>
    </dgm:pt>
    <dgm:pt modelId="{76B3A56B-6711-4190-B96B-99023E6D1627}" type="sibTrans" cxnId="{B43C8C13-0552-4177-9271-89A32FD076F3}">
      <dgm:prSet/>
      <dgm:spPr/>
      <dgm:t>
        <a:bodyPr/>
        <a:lstStyle/>
        <a:p>
          <a:endParaRPr lang="en-US"/>
        </a:p>
      </dgm:t>
    </dgm:pt>
    <dgm:pt modelId="{B801482E-1361-428C-AAAA-DE0D417FA18A}">
      <dgm:prSet/>
      <dgm:spPr/>
      <dgm:t>
        <a:bodyPr/>
        <a:lstStyle/>
        <a:p>
          <a:r>
            <a:rPr lang="en-US"/>
            <a:t>Captures non-linear interactions</a:t>
          </a:r>
        </a:p>
      </dgm:t>
    </dgm:pt>
    <dgm:pt modelId="{26CAAD39-A8EC-4521-A17F-ABEB12481001}" type="parTrans" cxnId="{7DA8D4E3-E38F-4FB2-AE53-10402252207A}">
      <dgm:prSet/>
      <dgm:spPr/>
      <dgm:t>
        <a:bodyPr/>
        <a:lstStyle/>
        <a:p>
          <a:endParaRPr lang="en-US"/>
        </a:p>
      </dgm:t>
    </dgm:pt>
    <dgm:pt modelId="{AEDAE8AA-A471-44D0-946C-7BBD2721D7C9}" type="sibTrans" cxnId="{7DA8D4E3-E38F-4FB2-AE53-10402252207A}">
      <dgm:prSet/>
      <dgm:spPr/>
      <dgm:t>
        <a:bodyPr/>
        <a:lstStyle/>
        <a:p>
          <a:endParaRPr lang="en-US"/>
        </a:p>
      </dgm:t>
    </dgm:pt>
    <dgm:pt modelId="{58C71FC8-E523-4E3D-BA85-05CB0C3B363A}">
      <dgm:prSet/>
      <dgm:spPr/>
      <dgm:t>
        <a:bodyPr/>
        <a:lstStyle/>
        <a:p>
          <a:r>
            <a:rPr lang="en-US"/>
            <a:t>Regularization avoids overfitting</a:t>
          </a:r>
        </a:p>
      </dgm:t>
    </dgm:pt>
    <dgm:pt modelId="{B8F7C301-9A2D-4F1E-AF68-C2FBBD582A4C}" type="parTrans" cxnId="{15CE01AA-53B0-4736-8A03-3D08875CD4AF}">
      <dgm:prSet/>
      <dgm:spPr/>
      <dgm:t>
        <a:bodyPr/>
        <a:lstStyle/>
        <a:p>
          <a:endParaRPr lang="en-US"/>
        </a:p>
      </dgm:t>
    </dgm:pt>
    <dgm:pt modelId="{FE66A966-32E6-4838-A68F-FDC128184A0A}" type="sibTrans" cxnId="{15CE01AA-53B0-4736-8A03-3D08875CD4AF}">
      <dgm:prSet/>
      <dgm:spPr/>
      <dgm:t>
        <a:bodyPr/>
        <a:lstStyle/>
        <a:p>
          <a:endParaRPr lang="en-US"/>
        </a:p>
      </dgm:t>
    </dgm:pt>
    <dgm:pt modelId="{DAAA8667-A43E-439A-8CC7-171C66FF1504}">
      <dgm:prSet/>
      <dgm:spPr/>
      <dgm:t>
        <a:bodyPr/>
        <a:lstStyle/>
        <a:p>
          <a:r>
            <a:rPr lang="en-US"/>
            <a:t>Challenges:</a:t>
          </a:r>
        </a:p>
      </dgm:t>
    </dgm:pt>
    <dgm:pt modelId="{FF10E0FE-C503-4396-9ED1-1BA22335EBFB}" type="parTrans" cxnId="{D6611A77-615C-47EC-8E02-6AC09A3D5615}">
      <dgm:prSet/>
      <dgm:spPr/>
      <dgm:t>
        <a:bodyPr/>
        <a:lstStyle/>
        <a:p>
          <a:endParaRPr lang="en-US"/>
        </a:p>
      </dgm:t>
    </dgm:pt>
    <dgm:pt modelId="{9609118A-49B6-4D03-BE24-FA743F5B63E7}" type="sibTrans" cxnId="{D6611A77-615C-47EC-8E02-6AC09A3D5615}">
      <dgm:prSet/>
      <dgm:spPr/>
      <dgm:t>
        <a:bodyPr/>
        <a:lstStyle/>
        <a:p>
          <a:endParaRPr lang="en-US"/>
        </a:p>
      </dgm:t>
    </dgm:pt>
    <dgm:pt modelId="{3E706D8E-924F-4002-B2F0-EC85BF45194B}">
      <dgm:prSet/>
      <dgm:spPr/>
      <dgm:t>
        <a:bodyPr/>
        <a:lstStyle/>
        <a:p>
          <a:r>
            <a:rPr lang="en-US"/>
            <a:t>Linear models too simplistic</a:t>
          </a:r>
        </a:p>
      </dgm:t>
    </dgm:pt>
    <dgm:pt modelId="{AFFA6EDF-2264-4A18-B461-8E831A586FC4}" type="parTrans" cxnId="{4AB0E8AF-E1FA-4099-BAE6-B55FC5A0F790}">
      <dgm:prSet/>
      <dgm:spPr/>
      <dgm:t>
        <a:bodyPr/>
        <a:lstStyle/>
        <a:p>
          <a:endParaRPr lang="en-US"/>
        </a:p>
      </dgm:t>
    </dgm:pt>
    <dgm:pt modelId="{FA90A6F2-93C1-40F8-AD68-9668E59202CB}" type="sibTrans" cxnId="{4AB0E8AF-E1FA-4099-BAE6-B55FC5A0F790}">
      <dgm:prSet/>
      <dgm:spPr/>
      <dgm:t>
        <a:bodyPr/>
        <a:lstStyle/>
        <a:p>
          <a:endParaRPr lang="en-US"/>
        </a:p>
      </dgm:t>
    </dgm:pt>
    <dgm:pt modelId="{1CD28415-5E2E-462E-B441-7EC517F4269E}">
      <dgm:prSet/>
      <dgm:spPr/>
      <dgm:t>
        <a:bodyPr/>
        <a:lstStyle/>
        <a:p>
          <a:r>
            <a:rPr lang="en-US"/>
            <a:t>KNN affected by high dimensionality</a:t>
          </a:r>
        </a:p>
      </dgm:t>
    </dgm:pt>
    <dgm:pt modelId="{04427937-1FBD-4C50-A2AF-338DDA11C52D}" type="parTrans" cxnId="{26FDDF36-EC53-4746-9406-959F9F511D52}">
      <dgm:prSet/>
      <dgm:spPr/>
      <dgm:t>
        <a:bodyPr/>
        <a:lstStyle/>
        <a:p>
          <a:endParaRPr lang="en-US"/>
        </a:p>
      </dgm:t>
    </dgm:pt>
    <dgm:pt modelId="{9E6E3403-BF0F-4A97-A82F-083F22756B5B}" type="sibTrans" cxnId="{26FDDF36-EC53-4746-9406-959F9F511D52}">
      <dgm:prSet/>
      <dgm:spPr/>
      <dgm:t>
        <a:bodyPr/>
        <a:lstStyle/>
        <a:p>
          <a:endParaRPr lang="en-US"/>
        </a:p>
      </dgm:t>
    </dgm:pt>
    <dgm:pt modelId="{596E3453-89C4-41A9-855B-42DE37AFAC6A}">
      <dgm:prSet/>
      <dgm:spPr/>
      <dgm:t>
        <a:bodyPr/>
        <a:lstStyle/>
        <a:p>
          <a:r>
            <a:rPr lang="en-US"/>
            <a:t>Temporal Features:</a:t>
          </a:r>
        </a:p>
      </dgm:t>
    </dgm:pt>
    <dgm:pt modelId="{65F3B017-4BAA-42F4-B9B5-A555D63C18E2}" type="parTrans" cxnId="{535B5130-DFD5-4B72-B292-6F97364A05DE}">
      <dgm:prSet/>
      <dgm:spPr/>
      <dgm:t>
        <a:bodyPr/>
        <a:lstStyle/>
        <a:p>
          <a:endParaRPr lang="en-US"/>
        </a:p>
      </dgm:t>
    </dgm:pt>
    <dgm:pt modelId="{213CDC61-A2B1-48AB-BED3-5A85A0E1FB03}" type="sibTrans" cxnId="{535B5130-DFD5-4B72-B292-6F97364A05DE}">
      <dgm:prSet/>
      <dgm:spPr/>
      <dgm:t>
        <a:bodyPr/>
        <a:lstStyle/>
        <a:p>
          <a:endParaRPr lang="en-US"/>
        </a:p>
      </dgm:t>
    </dgm:pt>
    <dgm:pt modelId="{E6E3150E-9DEB-44C9-96DA-D3A3FF598967}">
      <dgm:prSet/>
      <dgm:spPr/>
      <dgm:t>
        <a:bodyPr/>
        <a:lstStyle/>
        <a:p>
          <a:r>
            <a:rPr lang="en-US"/>
            <a:t>Lag, hour, day improved short-term accuracy</a:t>
          </a:r>
        </a:p>
      </dgm:t>
    </dgm:pt>
    <dgm:pt modelId="{DD9448F5-D217-411A-A942-388D7A06D7D0}" type="parTrans" cxnId="{23E095ED-9910-4343-B7D0-3EDB71F7B68C}">
      <dgm:prSet/>
      <dgm:spPr/>
      <dgm:t>
        <a:bodyPr/>
        <a:lstStyle/>
        <a:p>
          <a:endParaRPr lang="en-US"/>
        </a:p>
      </dgm:t>
    </dgm:pt>
    <dgm:pt modelId="{E9A522B6-FE0A-421B-B8AF-5402965CA1A8}" type="sibTrans" cxnId="{23E095ED-9910-4343-B7D0-3EDB71F7B68C}">
      <dgm:prSet/>
      <dgm:spPr/>
      <dgm:t>
        <a:bodyPr/>
        <a:lstStyle/>
        <a:p>
          <a:endParaRPr lang="en-US"/>
        </a:p>
      </dgm:t>
    </dgm:pt>
    <dgm:pt modelId="{B448FAAD-9E69-0145-8114-A584B45BE86E}" type="pres">
      <dgm:prSet presAssocID="{FB378B42-08C8-4EA5-ADEE-F95E40FB3C1B}" presName="linear" presStyleCnt="0">
        <dgm:presLayoutVars>
          <dgm:dir/>
          <dgm:animLvl val="lvl"/>
          <dgm:resizeHandles val="exact"/>
        </dgm:presLayoutVars>
      </dgm:prSet>
      <dgm:spPr/>
    </dgm:pt>
    <dgm:pt modelId="{285F9595-4506-CF44-A2FB-8888168FB9FC}" type="pres">
      <dgm:prSet presAssocID="{55F62CEF-A08D-4DEE-824D-295AFF994E23}" presName="parentLin" presStyleCnt="0"/>
      <dgm:spPr/>
    </dgm:pt>
    <dgm:pt modelId="{F0F801B8-C26B-C740-A626-966E3FD6A367}" type="pres">
      <dgm:prSet presAssocID="{55F62CEF-A08D-4DEE-824D-295AFF994E23}" presName="parentLeftMargin" presStyleLbl="node1" presStyleIdx="0" presStyleCnt="3"/>
      <dgm:spPr/>
    </dgm:pt>
    <dgm:pt modelId="{5A4821AA-B0D6-954B-9F1F-6477D2968A25}" type="pres">
      <dgm:prSet presAssocID="{55F62CEF-A08D-4DEE-824D-295AFF994E2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471E0A0-9B1E-6242-9314-BD1F1EAA2FE7}" type="pres">
      <dgm:prSet presAssocID="{55F62CEF-A08D-4DEE-824D-295AFF994E23}" presName="negativeSpace" presStyleCnt="0"/>
      <dgm:spPr/>
    </dgm:pt>
    <dgm:pt modelId="{2EC1160D-A904-EA47-977F-201829AA928C}" type="pres">
      <dgm:prSet presAssocID="{55F62CEF-A08D-4DEE-824D-295AFF994E23}" presName="childText" presStyleLbl="conFgAcc1" presStyleIdx="0" presStyleCnt="3">
        <dgm:presLayoutVars>
          <dgm:bulletEnabled val="1"/>
        </dgm:presLayoutVars>
      </dgm:prSet>
      <dgm:spPr/>
    </dgm:pt>
    <dgm:pt modelId="{1C3EF911-96BE-9241-8B2D-A5F76DD90C53}" type="pres">
      <dgm:prSet presAssocID="{76B3A56B-6711-4190-B96B-99023E6D1627}" presName="spaceBetweenRectangles" presStyleCnt="0"/>
      <dgm:spPr/>
    </dgm:pt>
    <dgm:pt modelId="{E534B80D-5490-8345-A100-13DC8FB7357C}" type="pres">
      <dgm:prSet presAssocID="{DAAA8667-A43E-439A-8CC7-171C66FF1504}" presName="parentLin" presStyleCnt="0"/>
      <dgm:spPr/>
    </dgm:pt>
    <dgm:pt modelId="{90D26476-F673-044B-A29C-8BCC3E4C5F11}" type="pres">
      <dgm:prSet presAssocID="{DAAA8667-A43E-439A-8CC7-171C66FF1504}" presName="parentLeftMargin" presStyleLbl="node1" presStyleIdx="0" presStyleCnt="3"/>
      <dgm:spPr/>
    </dgm:pt>
    <dgm:pt modelId="{1E166970-D70C-B345-AF91-15BD8BFB6550}" type="pres">
      <dgm:prSet presAssocID="{DAAA8667-A43E-439A-8CC7-171C66FF150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8CD5923-93F5-3644-A352-668746C33E17}" type="pres">
      <dgm:prSet presAssocID="{DAAA8667-A43E-439A-8CC7-171C66FF1504}" presName="negativeSpace" presStyleCnt="0"/>
      <dgm:spPr/>
    </dgm:pt>
    <dgm:pt modelId="{7E9B77CB-B4C1-7A49-8EF2-63C3EA3266E8}" type="pres">
      <dgm:prSet presAssocID="{DAAA8667-A43E-439A-8CC7-171C66FF1504}" presName="childText" presStyleLbl="conFgAcc1" presStyleIdx="1" presStyleCnt="3">
        <dgm:presLayoutVars>
          <dgm:bulletEnabled val="1"/>
        </dgm:presLayoutVars>
      </dgm:prSet>
      <dgm:spPr/>
    </dgm:pt>
    <dgm:pt modelId="{F5C6532E-A2E6-B343-A00A-353F17B0258B}" type="pres">
      <dgm:prSet presAssocID="{9609118A-49B6-4D03-BE24-FA743F5B63E7}" presName="spaceBetweenRectangles" presStyleCnt="0"/>
      <dgm:spPr/>
    </dgm:pt>
    <dgm:pt modelId="{C4AE4ECA-2590-C24C-B996-ABAEF21E8F27}" type="pres">
      <dgm:prSet presAssocID="{596E3453-89C4-41A9-855B-42DE37AFAC6A}" presName="parentLin" presStyleCnt="0"/>
      <dgm:spPr/>
    </dgm:pt>
    <dgm:pt modelId="{BF0765F1-64FC-AF42-B44B-1CAA4A23A7F6}" type="pres">
      <dgm:prSet presAssocID="{596E3453-89C4-41A9-855B-42DE37AFAC6A}" presName="parentLeftMargin" presStyleLbl="node1" presStyleIdx="1" presStyleCnt="3"/>
      <dgm:spPr/>
    </dgm:pt>
    <dgm:pt modelId="{B26F399C-EB01-6446-9575-8DFB7E803645}" type="pres">
      <dgm:prSet presAssocID="{596E3453-89C4-41A9-855B-42DE37AFAC6A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65CA524E-C37C-AD49-BDDC-40F256A3F8FB}" type="pres">
      <dgm:prSet presAssocID="{596E3453-89C4-41A9-855B-42DE37AFAC6A}" presName="negativeSpace" presStyleCnt="0"/>
      <dgm:spPr/>
    </dgm:pt>
    <dgm:pt modelId="{B84FFEB8-3A1B-A444-9356-B658E1167401}" type="pres">
      <dgm:prSet presAssocID="{596E3453-89C4-41A9-855B-42DE37AFAC6A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B43C8C13-0552-4177-9271-89A32FD076F3}" srcId="{FB378B42-08C8-4EA5-ADEE-F95E40FB3C1B}" destId="{55F62CEF-A08D-4DEE-824D-295AFF994E23}" srcOrd="0" destOrd="0" parTransId="{AFC93132-5C9B-490A-8C69-0D0F01C0B88E}" sibTransId="{76B3A56B-6711-4190-B96B-99023E6D1627}"/>
    <dgm:cxn modelId="{D15C5C23-1559-D748-BF3A-1F7A2A3346E6}" type="presOf" srcId="{DAAA8667-A43E-439A-8CC7-171C66FF1504}" destId="{1E166970-D70C-B345-AF91-15BD8BFB6550}" srcOrd="1" destOrd="0" presId="urn:microsoft.com/office/officeart/2005/8/layout/list1"/>
    <dgm:cxn modelId="{7C7F412C-963C-1749-92C2-882B4276644E}" type="presOf" srcId="{FB378B42-08C8-4EA5-ADEE-F95E40FB3C1B}" destId="{B448FAAD-9E69-0145-8114-A584B45BE86E}" srcOrd="0" destOrd="0" presId="urn:microsoft.com/office/officeart/2005/8/layout/list1"/>
    <dgm:cxn modelId="{535B5130-DFD5-4B72-B292-6F97364A05DE}" srcId="{FB378B42-08C8-4EA5-ADEE-F95E40FB3C1B}" destId="{596E3453-89C4-41A9-855B-42DE37AFAC6A}" srcOrd="2" destOrd="0" parTransId="{65F3B017-4BAA-42F4-B9B5-A555D63C18E2}" sibTransId="{213CDC61-A2B1-48AB-BED3-5A85A0E1FB03}"/>
    <dgm:cxn modelId="{26FDDF36-EC53-4746-9406-959F9F511D52}" srcId="{DAAA8667-A43E-439A-8CC7-171C66FF1504}" destId="{1CD28415-5E2E-462E-B441-7EC517F4269E}" srcOrd="1" destOrd="0" parTransId="{04427937-1FBD-4C50-A2AF-338DDA11C52D}" sibTransId="{9E6E3403-BF0F-4A97-A82F-083F22756B5B}"/>
    <dgm:cxn modelId="{AEEA0243-3229-2C42-A21C-9C6F74295134}" type="presOf" srcId="{55F62CEF-A08D-4DEE-824D-295AFF994E23}" destId="{F0F801B8-C26B-C740-A626-966E3FD6A367}" srcOrd="0" destOrd="0" presId="urn:microsoft.com/office/officeart/2005/8/layout/list1"/>
    <dgm:cxn modelId="{DCCBD468-F747-EB46-AA93-229BC446B5D9}" type="presOf" srcId="{1CD28415-5E2E-462E-B441-7EC517F4269E}" destId="{7E9B77CB-B4C1-7A49-8EF2-63C3EA3266E8}" srcOrd="0" destOrd="1" presId="urn:microsoft.com/office/officeart/2005/8/layout/list1"/>
    <dgm:cxn modelId="{6100C171-46E7-984F-8D34-C8637A1C90E6}" type="presOf" srcId="{596E3453-89C4-41A9-855B-42DE37AFAC6A}" destId="{BF0765F1-64FC-AF42-B44B-1CAA4A23A7F6}" srcOrd="0" destOrd="0" presId="urn:microsoft.com/office/officeart/2005/8/layout/list1"/>
    <dgm:cxn modelId="{FD362255-D58C-ED4E-B93E-84643909D59F}" type="presOf" srcId="{55F62CEF-A08D-4DEE-824D-295AFF994E23}" destId="{5A4821AA-B0D6-954B-9F1F-6477D2968A25}" srcOrd="1" destOrd="0" presId="urn:microsoft.com/office/officeart/2005/8/layout/list1"/>
    <dgm:cxn modelId="{0BEEB176-C0B0-4848-BAD2-C4E920E170F1}" type="presOf" srcId="{B801482E-1361-428C-AAAA-DE0D417FA18A}" destId="{2EC1160D-A904-EA47-977F-201829AA928C}" srcOrd="0" destOrd="0" presId="urn:microsoft.com/office/officeart/2005/8/layout/list1"/>
    <dgm:cxn modelId="{D6611A77-615C-47EC-8E02-6AC09A3D5615}" srcId="{FB378B42-08C8-4EA5-ADEE-F95E40FB3C1B}" destId="{DAAA8667-A43E-439A-8CC7-171C66FF1504}" srcOrd="1" destOrd="0" parTransId="{FF10E0FE-C503-4396-9ED1-1BA22335EBFB}" sibTransId="{9609118A-49B6-4D03-BE24-FA743F5B63E7}"/>
    <dgm:cxn modelId="{15CE01AA-53B0-4736-8A03-3D08875CD4AF}" srcId="{55F62CEF-A08D-4DEE-824D-295AFF994E23}" destId="{58C71FC8-E523-4E3D-BA85-05CB0C3B363A}" srcOrd="1" destOrd="0" parTransId="{B8F7C301-9A2D-4F1E-AF68-C2FBBD582A4C}" sibTransId="{FE66A966-32E6-4838-A68F-FDC128184A0A}"/>
    <dgm:cxn modelId="{DFE1F9AB-25A5-0341-84EE-45A8D366E721}" type="presOf" srcId="{58C71FC8-E523-4E3D-BA85-05CB0C3B363A}" destId="{2EC1160D-A904-EA47-977F-201829AA928C}" srcOrd="0" destOrd="1" presId="urn:microsoft.com/office/officeart/2005/8/layout/list1"/>
    <dgm:cxn modelId="{4AB0E8AF-E1FA-4099-BAE6-B55FC5A0F790}" srcId="{DAAA8667-A43E-439A-8CC7-171C66FF1504}" destId="{3E706D8E-924F-4002-B2F0-EC85BF45194B}" srcOrd="0" destOrd="0" parTransId="{AFFA6EDF-2264-4A18-B461-8E831A586FC4}" sibTransId="{FA90A6F2-93C1-40F8-AD68-9668E59202CB}"/>
    <dgm:cxn modelId="{18F9A2B3-3E4B-BB44-9225-DEE3FBFC5D17}" type="presOf" srcId="{DAAA8667-A43E-439A-8CC7-171C66FF1504}" destId="{90D26476-F673-044B-A29C-8BCC3E4C5F11}" srcOrd="0" destOrd="0" presId="urn:microsoft.com/office/officeart/2005/8/layout/list1"/>
    <dgm:cxn modelId="{DD0BFABB-8199-FF4E-BA18-C712660A8BE0}" type="presOf" srcId="{E6E3150E-9DEB-44C9-96DA-D3A3FF598967}" destId="{B84FFEB8-3A1B-A444-9356-B658E1167401}" srcOrd="0" destOrd="0" presId="urn:microsoft.com/office/officeart/2005/8/layout/list1"/>
    <dgm:cxn modelId="{8BEDBDC1-D3DF-E647-B349-45145A42D7E2}" type="presOf" srcId="{596E3453-89C4-41A9-855B-42DE37AFAC6A}" destId="{B26F399C-EB01-6446-9575-8DFB7E803645}" srcOrd="1" destOrd="0" presId="urn:microsoft.com/office/officeart/2005/8/layout/list1"/>
    <dgm:cxn modelId="{777C5ED1-CB38-0748-AE04-02B7404E9CDF}" type="presOf" srcId="{3E706D8E-924F-4002-B2F0-EC85BF45194B}" destId="{7E9B77CB-B4C1-7A49-8EF2-63C3EA3266E8}" srcOrd="0" destOrd="0" presId="urn:microsoft.com/office/officeart/2005/8/layout/list1"/>
    <dgm:cxn modelId="{7DA8D4E3-E38F-4FB2-AE53-10402252207A}" srcId="{55F62CEF-A08D-4DEE-824D-295AFF994E23}" destId="{B801482E-1361-428C-AAAA-DE0D417FA18A}" srcOrd="0" destOrd="0" parTransId="{26CAAD39-A8EC-4521-A17F-ABEB12481001}" sibTransId="{AEDAE8AA-A471-44D0-946C-7BBD2721D7C9}"/>
    <dgm:cxn modelId="{23E095ED-9910-4343-B7D0-3EDB71F7B68C}" srcId="{596E3453-89C4-41A9-855B-42DE37AFAC6A}" destId="{E6E3150E-9DEB-44C9-96DA-D3A3FF598967}" srcOrd="0" destOrd="0" parTransId="{DD9448F5-D217-411A-A942-388D7A06D7D0}" sibTransId="{E9A522B6-FE0A-421B-B8AF-5402965CA1A8}"/>
    <dgm:cxn modelId="{9B1E6162-B744-1548-8B3A-9527CE85AB3C}" type="presParOf" srcId="{B448FAAD-9E69-0145-8114-A584B45BE86E}" destId="{285F9595-4506-CF44-A2FB-8888168FB9FC}" srcOrd="0" destOrd="0" presId="urn:microsoft.com/office/officeart/2005/8/layout/list1"/>
    <dgm:cxn modelId="{1470105F-2EC3-7C44-B1A7-4DCC76DC7B41}" type="presParOf" srcId="{285F9595-4506-CF44-A2FB-8888168FB9FC}" destId="{F0F801B8-C26B-C740-A626-966E3FD6A367}" srcOrd="0" destOrd="0" presId="urn:microsoft.com/office/officeart/2005/8/layout/list1"/>
    <dgm:cxn modelId="{D067C31F-5177-CC40-A20B-E9F73328B8C2}" type="presParOf" srcId="{285F9595-4506-CF44-A2FB-8888168FB9FC}" destId="{5A4821AA-B0D6-954B-9F1F-6477D2968A25}" srcOrd="1" destOrd="0" presId="urn:microsoft.com/office/officeart/2005/8/layout/list1"/>
    <dgm:cxn modelId="{8ABD8909-E982-344E-BFED-D56F96DCA8FA}" type="presParOf" srcId="{B448FAAD-9E69-0145-8114-A584B45BE86E}" destId="{E471E0A0-9B1E-6242-9314-BD1F1EAA2FE7}" srcOrd="1" destOrd="0" presId="urn:microsoft.com/office/officeart/2005/8/layout/list1"/>
    <dgm:cxn modelId="{4FA0825E-D6AC-9243-B7D0-EDBFB7EC3F7A}" type="presParOf" srcId="{B448FAAD-9E69-0145-8114-A584B45BE86E}" destId="{2EC1160D-A904-EA47-977F-201829AA928C}" srcOrd="2" destOrd="0" presId="urn:microsoft.com/office/officeart/2005/8/layout/list1"/>
    <dgm:cxn modelId="{869EEF50-85DA-3549-A3CF-F100B7644EFB}" type="presParOf" srcId="{B448FAAD-9E69-0145-8114-A584B45BE86E}" destId="{1C3EF911-96BE-9241-8B2D-A5F76DD90C53}" srcOrd="3" destOrd="0" presId="urn:microsoft.com/office/officeart/2005/8/layout/list1"/>
    <dgm:cxn modelId="{E888F50E-B390-9240-8D7C-66053E4F4C3E}" type="presParOf" srcId="{B448FAAD-9E69-0145-8114-A584B45BE86E}" destId="{E534B80D-5490-8345-A100-13DC8FB7357C}" srcOrd="4" destOrd="0" presId="urn:microsoft.com/office/officeart/2005/8/layout/list1"/>
    <dgm:cxn modelId="{18BF89FA-7062-1A44-96D2-D7DF48E4A10A}" type="presParOf" srcId="{E534B80D-5490-8345-A100-13DC8FB7357C}" destId="{90D26476-F673-044B-A29C-8BCC3E4C5F11}" srcOrd="0" destOrd="0" presId="urn:microsoft.com/office/officeart/2005/8/layout/list1"/>
    <dgm:cxn modelId="{4AD221B6-E160-EA43-9AFA-6E9F30E7237A}" type="presParOf" srcId="{E534B80D-5490-8345-A100-13DC8FB7357C}" destId="{1E166970-D70C-B345-AF91-15BD8BFB6550}" srcOrd="1" destOrd="0" presId="urn:microsoft.com/office/officeart/2005/8/layout/list1"/>
    <dgm:cxn modelId="{B7345D0F-F6ED-D54C-8E8E-C198EBC2CA31}" type="presParOf" srcId="{B448FAAD-9E69-0145-8114-A584B45BE86E}" destId="{F8CD5923-93F5-3644-A352-668746C33E17}" srcOrd="5" destOrd="0" presId="urn:microsoft.com/office/officeart/2005/8/layout/list1"/>
    <dgm:cxn modelId="{97709FF5-1A2B-7845-BA71-67C0C62AC9C2}" type="presParOf" srcId="{B448FAAD-9E69-0145-8114-A584B45BE86E}" destId="{7E9B77CB-B4C1-7A49-8EF2-63C3EA3266E8}" srcOrd="6" destOrd="0" presId="urn:microsoft.com/office/officeart/2005/8/layout/list1"/>
    <dgm:cxn modelId="{E2F85D21-4402-2D4E-B7DA-421720F8E186}" type="presParOf" srcId="{B448FAAD-9E69-0145-8114-A584B45BE86E}" destId="{F5C6532E-A2E6-B343-A00A-353F17B0258B}" srcOrd="7" destOrd="0" presId="urn:microsoft.com/office/officeart/2005/8/layout/list1"/>
    <dgm:cxn modelId="{5F4F6638-263E-994A-83A4-E2A35DF87819}" type="presParOf" srcId="{B448FAAD-9E69-0145-8114-A584B45BE86E}" destId="{C4AE4ECA-2590-C24C-B996-ABAEF21E8F27}" srcOrd="8" destOrd="0" presId="urn:microsoft.com/office/officeart/2005/8/layout/list1"/>
    <dgm:cxn modelId="{01BBF6F4-D4CB-AF44-B259-DC751B961F47}" type="presParOf" srcId="{C4AE4ECA-2590-C24C-B996-ABAEF21E8F27}" destId="{BF0765F1-64FC-AF42-B44B-1CAA4A23A7F6}" srcOrd="0" destOrd="0" presId="urn:microsoft.com/office/officeart/2005/8/layout/list1"/>
    <dgm:cxn modelId="{7F48AC76-1210-9749-9F17-D35436E2A946}" type="presParOf" srcId="{C4AE4ECA-2590-C24C-B996-ABAEF21E8F27}" destId="{B26F399C-EB01-6446-9575-8DFB7E803645}" srcOrd="1" destOrd="0" presId="urn:microsoft.com/office/officeart/2005/8/layout/list1"/>
    <dgm:cxn modelId="{84942FB3-FC76-674F-A399-E788BA50EBFF}" type="presParOf" srcId="{B448FAAD-9E69-0145-8114-A584B45BE86E}" destId="{65CA524E-C37C-AD49-BDDC-40F256A3F8FB}" srcOrd="9" destOrd="0" presId="urn:microsoft.com/office/officeart/2005/8/layout/list1"/>
    <dgm:cxn modelId="{8C36A2D3-27BA-8343-8340-376A353A09DC}" type="presParOf" srcId="{B448FAAD-9E69-0145-8114-A584B45BE86E}" destId="{B84FFEB8-3A1B-A444-9356-B658E1167401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8CCDAE38-95E5-4BFD-87AE-455500039185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E257DC2-67AD-4ABB-AA56-4E1995EABF8A}">
      <dgm:prSet/>
      <dgm:spPr/>
      <dgm:t>
        <a:bodyPr/>
        <a:lstStyle/>
        <a:p>
          <a:r>
            <a:rPr lang="en-US"/>
            <a:t>Add external data: holidays, pricing, socio-economic factors</a:t>
          </a:r>
        </a:p>
      </dgm:t>
    </dgm:pt>
    <dgm:pt modelId="{92784062-60F1-4EE6-9EDC-85C357F0E83A}" type="parTrans" cxnId="{82141EB8-2C18-4D25-83CD-F82169F24A50}">
      <dgm:prSet/>
      <dgm:spPr/>
      <dgm:t>
        <a:bodyPr/>
        <a:lstStyle/>
        <a:p>
          <a:endParaRPr lang="en-US"/>
        </a:p>
      </dgm:t>
    </dgm:pt>
    <dgm:pt modelId="{86EE08F2-9F0D-4488-AAA0-2B2544C9F1EA}" type="sibTrans" cxnId="{82141EB8-2C18-4D25-83CD-F82169F24A50}">
      <dgm:prSet/>
      <dgm:spPr/>
      <dgm:t>
        <a:bodyPr/>
        <a:lstStyle/>
        <a:p>
          <a:endParaRPr lang="en-US"/>
        </a:p>
      </dgm:t>
    </dgm:pt>
    <dgm:pt modelId="{AF3EA88F-D906-445B-9CAF-8EDC58816023}">
      <dgm:prSet/>
      <dgm:spPr/>
      <dgm:t>
        <a:bodyPr/>
        <a:lstStyle/>
        <a:p>
          <a:r>
            <a:rPr lang="en-US"/>
            <a:t>Try LSTM, GRU for deep temporal modeling</a:t>
          </a:r>
        </a:p>
      </dgm:t>
    </dgm:pt>
    <dgm:pt modelId="{F8D2C9B3-5932-4FB3-99B3-4EF1BA7312F8}" type="parTrans" cxnId="{6C195A45-76C5-4E33-A0DF-06A6AB856BE5}">
      <dgm:prSet/>
      <dgm:spPr/>
      <dgm:t>
        <a:bodyPr/>
        <a:lstStyle/>
        <a:p>
          <a:endParaRPr lang="en-US"/>
        </a:p>
      </dgm:t>
    </dgm:pt>
    <dgm:pt modelId="{539D48D2-2EC1-44AC-BB0B-0F7FEDBF557A}" type="sibTrans" cxnId="{6C195A45-76C5-4E33-A0DF-06A6AB856BE5}">
      <dgm:prSet/>
      <dgm:spPr/>
      <dgm:t>
        <a:bodyPr/>
        <a:lstStyle/>
        <a:p>
          <a:endParaRPr lang="en-US"/>
        </a:p>
      </dgm:t>
    </dgm:pt>
    <dgm:pt modelId="{85D9E0E2-BA76-432B-877A-107B2C89E023}">
      <dgm:prSet/>
      <dgm:spPr/>
      <dgm:t>
        <a:bodyPr/>
        <a:lstStyle/>
        <a:p>
          <a:r>
            <a:rPr lang="en-US"/>
            <a:t>Explore real-time forecasting with online learning</a:t>
          </a:r>
        </a:p>
      </dgm:t>
    </dgm:pt>
    <dgm:pt modelId="{38D2D570-EFEF-43B6-84EC-4DE1F817E305}" type="parTrans" cxnId="{5A12AC87-3945-4A96-9BFE-873ADA17BC5F}">
      <dgm:prSet/>
      <dgm:spPr/>
      <dgm:t>
        <a:bodyPr/>
        <a:lstStyle/>
        <a:p>
          <a:endParaRPr lang="en-US"/>
        </a:p>
      </dgm:t>
    </dgm:pt>
    <dgm:pt modelId="{334F968A-AB2B-4CDD-A417-CF61C86F6A3D}" type="sibTrans" cxnId="{5A12AC87-3945-4A96-9BFE-873ADA17BC5F}">
      <dgm:prSet/>
      <dgm:spPr/>
      <dgm:t>
        <a:bodyPr/>
        <a:lstStyle/>
        <a:p>
          <a:endParaRPr lang="en-US"/>
        </a:p>
      </dgm:t>
    </dgm:pt>
    <dgm:pt modelId="{30042FB3-98EF-448D-BB2F-3E8F5D296A4D}">
      <dgm:prSet/>
      <dgm:spPr/>
      <dgm:t>
        <a:bodyPr/>
        <a:lstStyle/>
        <a:p>
          <a:r>
            <a:rPr lang="en-US"/>
            <a:t>Perform hyperparameter tuning and cross-validation</a:t>
          </a:r>
        </a:p>
      </dgm:t>
    </dgm:pt>
    <dgm:pt modelId="{A5252CBA-903B-4881-8382-65A311E5859E}" type="parTrans" cxnId="{DCBF3A1A-ACEE-45DA-A7B3-E4CBCAA6E247}">
      <dgm:prSet/>
      <dgm:spPr/>
      <dgm:t>
        <a:bodyPr/>
        <a:lstStyle/>
        <a:p>
          <a:endParaRPr lang="en-US"/>
        </a:p>
      </dgm:t>
    </dgm:pt>
    <dgm:pt modelId="{CA41D7CF-AE52-4253-B392-477AABC29A8D}" type="sibTrans" cxnId="{DCBF3A1A-ACEE-45DA-A7B3-E4CBCAA6E247}">
      <dgm:prSet/>
      <dgm:spPr/>
      <dgm:t>
        <a:bodyPr/>
        <a:lstStyle/>
        <a:p>
          <a:endParaRPr lang="en-US"/>
        </a:p>
      </dgm:t>
    </dgm:pt>
    <dgm:pt modelId="{E93416D8-21E3-47D6-9313-9964655161EF}" type="pres">
      <dgm:prSet presAssocID="{8CCDAE38-95E5-4BFD-87AE-455500039185}" presName="root" presStyleCnt="0">
        <dgm:presLayoutVars>
          <dgm:dir/>
          <dgm:resizeHandles val="exact"/>
        </dgm:presLayoutVars>
      </dgm:prSet>
      <dgm:spPr/>
    </dgm:pt>
    <dgm:pt modelId="{C5E687DA-BCA6-4855-9953-8DFABDA3C383}" type="pres">
      <dgm:prSet presAssocID="{3E257DC2-67AD-4ABB-AA56-4E1995EABF8A}" presName="compNode" presStyleCnt="0"/>
      <dgm:spPr/>
    </dgm:pt>
    <dgm:pt modelId="{B7D7FFF7-E019-4B28-8265-60F79F5D4EFE}" type="pres">
      <dgm:prSet presAssocID="{3E257DC2-67AD-4ABB-AA56-4E1995EABF8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estive Lantern"/>
        </a:ext>
      </dgm:extLst>
    </dgm:pt>
    <dgm:pt modelId="{2D8010BB-F9DA-4DB8-8AB2-5E542162DE13}" type="pres">
      <dgm:prSet presAssocID="{3E257DC2-67AD-4ABB-AA56-4E1995EABF8A}" presName="spaceRect" presStyleCnt="0"/>
      <dgm:spPr/>
    </dgm:pt>
    <dgm:pt modelId="{24734D51-102D-4FA2-8503-00F52FC34523}" type="pres">
      <dgm:prSet presAssocID="{3E257DC2-67AD-4ABB-AA56-4E1995EABF8A}" presName="textRect" presStyleLbl="revTx" presStyleIdx="0" presStyleCnt="4">
        <dgm:presLayoutVars>
          <dgm:chMax val="1"/>
          <dgm:chPref val="1"/>
        </dgm:presLayoutVars>
      </dgm:prSet>
      <dgm:spPr/>
    </dgm:pt>
    <dgm:pt modelId="{E3723BA1-68FA-4760-B318-063277004BDA}" type="pres">
      <dgm:prSet presAssocID="{86EE08F2-9F0D-4488-AAA0-2B2544C9F1EA}" presName="sibTrans" presStyleCnt="0"/>
      <dgm:spPr/>
    </dgm:pt>
    <dgm:pt modelId="{C8F8B869-4950-4858-AC54-780C94FDCC2B}" type="pres">
      <dgm:prSet presAssocID="{AF3EA88F-D906-445B-9CAF-8EDC58816023}" presName="compNode" presStyleCnt="0"/>
      <dgm:spPr/>
    </dgm:pt>
    <dgm:pt modelId="{FE19DC10-3054-4EFA-95E9-B4474DBA42F2}" type="pres">
      <dgm:prSet presAssocID="{AF3EA88F-D906-445B-9CAF-8EDC5881602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C3D1C2D0-6E52-487C-9BE9-3635E9614956}" type="pres">
      <dgm:prSet presAssocID="{AF3EA88F-D906-445B-9CAF-8EDC58816023}" presName="spaceRect" presStyleCnt="0"/>
      <dgm:spPr/>
    </dgm:pt>
    <dgm:pt modelId="{436B8256-EC0A-4ADD-8FB5-8D44C14436EB}" type="pres">
      <dgm:prSet presAssocID="{AF3EA88F-D906-445B-9CAF-8EDC58816023}" presName="textRect" presStyleLbl="revTx" presStyleIdx="1" presStyleCnt="4">
        <dgm:presLayoutVars>
          <dgm:chMax val="1"/>
          <dgm:chPref val="1"/>
        </dgm:presLayoutVars>
      </dgm:prSet>
      <dgm:spPr/>
    </dgm:pt>
    <dgm:pt modelId="{5F90687C-CE53-4CAE-89DD-91D121DBC2AE}" type="pres">
      <dgm:prSet presAssocID="{539D48D2-2EC1-44AC-BB0B-0F7FEDBF557A}" presName="sibTrans" presStyleCnt="0"/>
      <dgm:spPr/>
    </dgm:pt>
    <dgm:pt modelId="{C4488A65-B4E1-455D-BB58-152A9FDB721A}" type="pres">
      <dgm:prSet presAssocID="{85D9E0E2-BA76-432B-877A-107B2C89E023}" presName="compNode" presStyleCnt="0"/>
      <dgm:spPr/>
    </dgm:pt>
    <dgm:pt modelId="{8B715578-12DB-4753-9C02-84F51C68BB12}" type="pres">
      <dgm:prSet presAssocID="{85D9E0E2-BA76-432B-877A-107B2C89E02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g under Magnifying Glass"/>
        </a:ext>
      </dgm:extLst>
    </dgm:pt>
    <dgm:pt modelId="{E1359020-C7EC-4190-8F3E-946E9C124DBD}" type="pres">
      <dgm:prSet presAssocID="{85D9E0E2-BA76-432B-877A-107B2C89E023}" presName="spaceRect" presStyleCnt="0"/>
      <dgm:spPr/>
    </dgm:pt>
    <dgm:pt modelId="{6DAE20B4-8D00-4171-A03E-BE20E6D0345A}" type="pres">
      <dgm:prSet presAssocID="{85D9E0E2-BA76-432B-877A-107B2C89E023}" presName="textRect" presStyleLbl="revTx" presStyleIdx="2" presStyleCnt="4">
        <dgm:presLayoutVars>
          <dgm:chMax val="1"/>
          <dgm:chPref val="1"/>
        </dgm:presLayoutVars>
      </dgm:prSet>
      <dgm:spPr/>
    </dgm:pt>
    <dgm:pt modelId="{B636B180-4297-4FCF-BE03-E1E59368089C}" type="pres">
      <dgm:prSet presAssocID="{334F968A-AB2B-4CDD-A417-CF61C86F6A3D}" presName="sibTrans" presStyleCnt="0"/>
      <dgm:spPr/>
    </dgm:pt>
    <dgm:pt modelId="{CD564B6F-E7E4-48D5-8F62-56D1AE9B6B94}" type="pres">
      <dgm:prSet presAssocID="{30042FB3-98EF-448D-BB2F-3E8F5D296A4D}" presName="compNode" presStyleCnt="0"/>
      <dgm:spPr/>
    </dgm:pt>
    <dgm:pt modelId="{E76E8F9A-1CC3-4C0C-BADD-4A10368442C8}" type="pres">
      <dgm:prSet presAssocID="{30042FB3-98EF-448D-BB2F-3E8F5D296A4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dd"/>
        </a:ext>
      </dgm:extLst>
    </dgm:pt>
    <dgm:pt modelId="{1E12083E-31AC-49F8-B24D-C7CA45203AD9}" type="pres">
      <dgm:prSet presAssocID="{30042FB3-98EF-448D-BB2F-3E8F5D296A4D}" presName="spaceRect" presStyleCnt="0"/>
      <dgm:spPr/>
    </dgm:pt>
    <dgm:pt modelId="{CCDFD18A-1C65-4375-A89C-DBA245EF955F}" type="pres">
      <dgm:prSet presAssocID="{30042FB3-98EF-448D-BB2F-3E8F5D296A4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DCBF3A1A-ACEE-45DA-A7B3-E4CBCAA6E247}" srcId="{8CCDAE38-95E5-4BFD-87AE-455500039185}" destId="{30042FB3-98EF-448D-BB2F-3E8F5D296A4D}" srcOrd="3" destOrd="0" parTransId="{A5252CBA-903B-4881-8382-65A311E5859E}" sibTransId="{CA41D7CF-AE52-4253-B392-477AABC29A8D}"/>
    <dgm:cxn modelId="{6C195A45-76C5-4E33-A0DF-06A6AB856BE5}" srcId="{8CCDAE38-95E5-4BFD-87AE-455500039185}" destId="{AF3EA88F-D906-445B-9CAF-8EDC58816023}" srcOrd="1" destOrd="0" parTransId="{F8D2C9B3-5932-4FB3-99B3-4EF1BA7312F8}" sibTransId="{539D48D2-2EC1-44AC-BB0B-0F7FEDBF557A}"/>
    <dgm:cxn modelId="{643E7278-F33E-49EC-90DF-B9E04497AC48}" type="presOf" srcId="{85D9E0E2-BA76-432B-877A-107B2C89E023}" destId="{6DAE20B4-8D00-4171-A03E-BE20E6D0345A}" srcOrd="0" destOrd="0" presId="urn:microsoft.com/office/officeart/2018/2/layout/IconLabelList"/>
    <dgm:cxn modelId="{5A12AC87-3945-4A96-9BFE-873ADA17BC5F}" srcId="{8CCDAE38-95E5-4BFD-87AE-455500039185}" destId="{85D9E0E2-BA76-432B-877A-107B2C89E023}" srcOrd="2" destOrd="0" parTransId="{38D2D570-EFEF-43B6-84EC-4DE1F817E305}" sibTransId="{334F968A-AB2B-4CDD-A417-CF61C86F6A3D}"/>
    <dgm:cxn modelId="{5F4F7695-B467-4ECD-A108-38C9ECA34405}" type="presOf" srcId="{AF3EA88F-D906-445B-9CAF-8EDC58816023}" destId="{436B8256-EC0A-4ADD-8FB5-8D44C14436EB}" srcOrd="0" destOrd="0" presId="urn:microsoft.com/office/officeart/2018/2/layout/IconLabelList"/>
    <dgm:cxn modelId="{82141EB8-2C18-4D25-83CD-F82169F24A50}" srcId="{8CCDAE38-95E5-4BFD-87AE-455500039185}" destId="{3E257DC2-67AD-4ABB-AA56-4E1995EABF8A}" srcOrd="0" destOrd="0" parTransId="{92784062-60F1-4EE6-9EDC-85C357F0E83A}" sibTransId="{86EE08F2-9F0D-4488-AAA0-2B2544C9F1EA}"/>
    <dgm:cxn modelId="{69C8F5C2-E785-4E00-BE8B-05537011C028}" type="presOf" srcId="{8CCDAE38-95E5-4BFD-87AE-455500039185}" destId="{E93416D8-21E3-47D6-9313-9964655161EF}" srcOrd="0" destOrd="0" presId="urn:microsoft.com/office/officeart/2018/2/layout/IconLabelList"/>
    <dgm:cxn modelId="{D44449E5-BC95-4919-A04D-B5B0DD1E6F47}" type="presOf" srcId="{3E257DC2-67AD-4ABB-AA56-4E1995EABF8A}" destId="{24734D51-102D-4FA2-8503-00F52FC34523}" srcOrd="0" destOrd="0" presId="urn:microsoft.com/office/officeart/2018/2/layout/IconLabelList"/>
    <dgm:cxn modelId="{FCED5DEF-2104-4D76-BD37-FF85F25C55BD}" type="presOf" srcId="{30042FB3-98EF-448D-BB2F-3E8F5D296A4D}" destId="{CCDFD18A-1C65-4375-A89C-DBA245EF955F}" srcOrd="0" destOrd="0" presId="urn:microsoft.com/office/officeart/2018/2/layout/IconLabelList"/>
    <dgm:cxn modelId="{D55170D5-16BE-47DF-9098-108ABD0176EC}" type="presParOf" srcId="{E93416D8-21E3-47D6-9313-9964655161EF}" destId="{C5E687DA-BCA6-4855-9953-8DFABDA3C383}" srcOrd="0" destOrd="0" presId="urn:microsoft.com/office/officeart/2018/2/layout/IconLabelList"/>
    <dgm:cxn modelId="{737BD9DD-93C1-4E39-904B-B72D7B8EE5C8}" type="presParOf" srcId="{C5E687DA-BCA6-4855-9953-8DFABDA3C383}" destId="{B7D7FFF7-E019-4B28-8265-60F79F5D4EFE}" srcOrd="0" destOrd="0" presId="urn:microsoft.com/office/officeart/2018/2/layout/IconLabelList"/>
    <dgm:cxn modelId="{E764F218-37C0-411D-A348-B4693F3FCDB6}" type="presParOf" srcId="{C5E687DA-BCA6-4855-9953-8DFABDA3C383}" destId="{2D8010BB-F9DA-4DB8-8AB2-5E542162DE13}" srcOrd="1" destOrd="0" presId="urn:microsoft.com/office/officeart/2018/2/layout/IconLabelList"/>
    <dgm:cxn modelId="{30E44CF0-D65F-44F1-BBA3-F7CDB967A364}" type="presParOf" srcId="{C5E687DA-BCA6-4855-9953-8DFABDA3C383}" destId="{24734D51-102D-4FA2-8503-00F52FC34523}" srcOrd="2" destOrd="0" presId="urn:microsoft.com/office/officeart/2018/2/layout/IconLabelList"/>
    <dgm:cxn modelId="{4313B765-6155-417F-AA3C-95172356574D}" type="presParOf" srcId="{E93416D8-21E3-47D6-9313-9964655161EF}" destId="{E3723BA1-68FA-4760-B318-063277004BDA}" srcOrd="1" destOrd="0" presId="urn:microsoft.com/office/officeart/2018/2/layout/IconLabelList"/>
    <dgm:cxn modelId="{1FCC5E96-6F17-421F-9420-6DD99E96DBCE}" type="presParOf" srcId="{E93416D8-21E3-47D6-9313-9964655161EF}" destId="{C8F8B869-4950-4858-AC54-780C94FDCC2B}" srcOrd="2" destOrd="0" presId="urn:microsoft.com/office/officeart/2018/2/layout/IconLabelList"/>
    <dgm:cxn modelId="{B82D9EF4-3705-41FF-9C44-01C9B7861F11}" type="presParOf" srcId="{C8F8B869-4950-4858-AC54-780C94FDCC2B}" destId="{FE19DC10-3054-4EFA-95E9-B4474DBA42F2}" srcOrd="0" destOrd="0" presId="urn:microsoft.com/office/officeart/2018/2/layout/IconLabelList"/>
    <dgm:cxn modelId="{552BCFD6-6626-4962-ABAC-E3170E3BBE48}" type="presParOf" srcId="{C8F8B869-4950-4858-AC54-780C94FDCC2B}" destId="{C3D1C2D0-6E52-487C-9BE9-3635E9614956}" srcOrd="1" destOrd="0" presId="urn:microsoft.com/office/officeart/2018/2/layout/IconLabelList"/>
    <dgm:cxn modelId="{C73429C5-7B84-43A8-96D3-8E993442209F}" type="presParOf" srcId="{C8F8B869-4950-4858-AC54-780C94FDCC2B}" destId="{436B8256-EC0A-4ADD-8FB5-8D44C14436EB}" srcOrd="2" destOrd="0" presId="urn:microsoft.com/office/officeart/2018/2/layout/IconLabelList"/>
    <dgm:cxn modelId="{955A0E41-5708-4C88-8B7D-B73C06EDD8F5}" type="presParOf" srcId="{E93416D8-21E3-47D6-9313-9964655161EF}" destId="{5F90687C-CE53-4CAE-89DD-91D121DBC2AE}" srcOrd="3" destOrd="0" presId="urn:microsoft.com/office/officeart/2018/2/layout/IconLabelList"/>
    <dgm:cxn modelId="{37FC21DE-6EF1-461A-8B3E-3ED048ADF53A}" type="presParOf" srcId="{E93416D8-21E3-47D6-9313-9964655161EF}" destId="{C4488A65-B4E1-455D-BB58-152A9FDB721A}" srcOrd="4" destOrd="0" presId="urn:microsoft.com/office/officeart/2018/2/layout/IconLabelList"/>
    <dgm:cxn modelId="{C0C9C4AC-E399-4427-83CC-B6871AEA72F9}" type="presParOf" srcId="{C4488A65-B4E1-455D-BB58-152A9FDB721A}" destId="{8B715578-12DB-4753-9C02-84F51C68BB12}" srcOrd="0" destOrd="0" presId="urn:microsoft.com/office/officeart/2018/2/layout/IconLabelList"/>
    <dgm:cxn modelId="{849159CB-D650-42BF-8D81-C819EA266CEA}" type="presParOf" srcId="{C4488A65-B4E1-455D-BB58-152A9FDB721A}" destId="{E1359020-C7EC-4190-8F3E-946E9C124DBD}" srcOrd="1" destOrd="0" presId="urn:microsoft.com/office/officeart/2018/2/layout/IconLabelList"/>
    <dgm:cxn modelId="{E825A8A8-6308-4F9D-B768-CE1D179663B8}" type="presParOf" srcId="{C4488A65-B4E1-455D-BB58-152A9FDB721A}" destId="{6DAE20B4-8D00-4171-A03E-BE20E6D0345A}" srcOrd="2" destOrd="0" presId="urn:microsoft.com/office/officeart/2018/2/layout/IconLabelList"/>
    <dgm:cxn modelId="{6E5BD3FE-6D2E-4813-ADAC-D8610F1C5C05}" type="presParOf" srcId="{E93416D8-21E3-47D6-9313-9964655161EF}" destId="{B636B180-4297-4FCF-BE03-E1E59368089C}" srcOrd="5" destOrd="0" presId="urn:microsoft.com/office/officeart/2018/2/layout/IconLabelList"/>
    <dgm:cxn modelId="{A62033B5-FB8F-497D-A4FD-1A136987F387}" type="presParOf" srcId="{E93416D8-21E3-47D6-9313-9964655161EF}" destId="{CD564B6F-E7E4-48D5-8F62-56D1AE9B6B94}" srcOrd="6" destOrd="0" presId="urn:microsoft.com/office/officeart/2018/2/layout/IconLabelList"/>
    <dgm:cxn modelId="{CA2A3639-D980-4E1A-BC97-391ADBF97E59}" type="presParOf" srcId="{CD564B6F-E7E4-48D5-8F62-56D1AE9B6B94}" destId="{E76E8F9A-1CC3-4C0C-BADD-4A10368442C8}" srcOrd="0" destOrd="0" presId="urn:microsoft.com/office/officeart/2018/2/layout/IconLabelList"/>
    <dgm:cxn modelId="{7DDF7116-42A4-41ED-B24F-9F85C829551F}" type="presParOf" srcId="{CD564B6F-E7E4-48D5-8F62-56D1AE9B6B94}" destId="{1E12083E-31AC-49F8-B24D-C7CA45203AD9}" srcOrd="1" destOrd="0" presId="urn:microsoft.com/office/officeart/2018/2/layout/IconLabelList"/>
    <dgm:cxn modelId="{0D0FB897-B17B-4F79-B5AF-7018C07EC12D}" type="presParOf" srcId="{CD564B6F-E7E4-48D5-8F62-56D1AE9B6B94}" destId="{CCDFD18A-1C65-4375-A89C-DBA245EF955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D7E860-51CA-4A8F-AE38-C0F8DBA13310}">
      <dsp:nvSpPr>
        <dsp:cNvPr id="0" name=""/>
        <dsp:cNvSpPr/>
      </dsp:nvSpPr>
      <dsp:spPr>
        <a:xfrm>
          <a:off x="0" y="1878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7268AF-F30B-45B1-BD61-A21E50B38327}">
      <dsp:nvSpPr>
        <dsp:cNvPr id="0" name=""/>
        <dsp:cNvSpPr/>
      </dsp:nvSpPr>
      <dsp:spPr>
        <a:xfrm>
          <a:off x="287993" y="216088"/>
          <a:ext cx="523623" cy="52362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A0ABB9-8F9D-400C-8FCC-1520DB06BF8A}">
      <dsp:nvSpPr>
        <dsp:cNvPr id="0" name=""/>
        <dsp:cNvSpPr/>
      </dsp:nvSpPr>
      <dsp:spPr>
        <a:xfrm>
          <a:off x="1099610" y="1878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Electricity consumption forecasting is crucial for demand-side energy management and strategic planning.</a:t>
          </a:r>
        </a:p>
      </dsp:txBody>
      <dsp:txXfrm>
        <a:off x="1099610" y="1878"/>
        <a:ext cx="7129989" cy="952043"/>
      </dsp:txXfrm>
    </dsp:sp>
    <dsp:sp modelId="{648B3217-5227-4D60-8951-5F41403D84B0}">
      <dsp:nvSpPr>
        <dsp:cNvPr id="0" name=""/>
        <dsp:cNvSpPr/>
      </dsp:nvSpPr>
      <dsp:spPr>
        <a:xfrm>
          <a:off x="0" y="1191932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48AD76-1707-4D14-B8EF-29ABC801D76B}">
      <dsp:nvSpPr>
        <dsp:cNvPr id="0" name=""/>
        <dsp:cNvSpPr/>
      </dsp:nvSpPr>
      <dsp:spPr>
        <a:xfrm>
          <a:off x="287993" y="1406142"/>
          <a:ext cx="523623" cy="52362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67E8DC-5338-4097-A520-37402BDD4D4F}">
      <dsp:nvSpPr>
        <dsp:cNvPr id="0" name=""/>
        <dsp:cNvSpPr/>
      </dsp:nvSpPr>
      <dsp:spPr>
        <a:xfrm>
          <a:off x="1099610" y="1191932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Traditional statistical models often fail to capture nonlinear and complex patterns in usage data.</a:t>
          </a:r>
        </a:p>
      </dsp:txBody>
      <dsp:txXfrm>
        <a:off x="1099610" y="1191932"/>
        <a:ext cx="7129989" cy="952043"/>
      </dsp:txXfrm>
    </dsp:sp>
    <dsp:sp modelId="{1409046E-1605-476C-A19F-9DDE13F31869}">
      <dsp:nvSpPr>
        <dsp:cNvPr id="0" name=""/>
        <dsp:cNvSpPr/>
      </dsp:nvSpPr>
      <dsp:spPr>
        <a:xfrm>
          <a:off x="0" y="2381986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F67127-0A5D-42EB-A75E-3E68060973A1}">
      <dsp:nvSpPr>
        <dsp:cNvPr id="0" name=""/>
        <dsp:cNvSpPr/>
      </dsp:nvSpPr>
      <dsp:spPr>
        <a:xfrm>
          <a:off x="287993" y="2596196"/>
          <a:ext cx="523623" cy="52362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F659C2-7C43-41D0-8EA9-BD9D8D3D5CB2}">
      <dsp:nvSpPr>
        <dsp:cNvPr id="0" name=""/>
        <dsp:cNvSpPr/>
      </dsp:nvSpPr>
      <dsp:spPr>
        <a:xfrm>
          <a:off x="1099610" y="2381986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ML techniques provide advanced alternatives for accurate predictions.</a:t>
          </a:r>
        </a:p>
      </dsp:txBody>
      <dsp:txXfrm>
        <a:off x="1099610" y="2381986"/>
        <a:ext cx="7129989" cy="952043"/>
      </dsp:txXfrm>
    </dsp:sp>
    <dsp:sp modelId="{CD24A2B9-2BDD-43DC-A21F-FA3A431543F7}">
      <dsp:nvSpPr>
        <dsp:cNvPr id="0" name=""/>
        <dsp:cNvSpPr/>
      </dsp:nvSpPr>
      <dsp:spPr>
        <a:xfrm>
          <a:off x="0" y="3572041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D11DB7-7A30-40F5-A4F0-DDACCD1C9557}">
      <dsp:nvSpPr>
        <dsp:cNvPr id="0" name=""/>
        <dsp:cNvSpPr/>
      </dsp:nvSpPr>
      <dsp:spPr>
        <a:xfrm>
          <a:off x="287993" y="3786250"/>
          <a:ext cx="523623" cy="52362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F66777-C383-416F-9BDD-7F391B24C995}">
      <dsp:nvSpPr>
        <dsp:cNvPr id="0" name=""/>
        <dsp:cNvSpPr/>
      </dsp:nvSpPr>
      <dsp:spPr>
        <a:xfrm>
          <a:off x="1099610" y="3572041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This project compares regression-based ML models for effective energy demand forecasting.</a:t>
          </a:r>
        </a:p>
      </dsp:txBody>
      <dsp:txXfrm>
        <a:off x="1099610" y="3572041"/>
        <a:ext cx="7129989" cy="95204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C5CF87-00DB-2D43-9314-F33DF5A24D48}">
      <dsp:nvSpPr>
        <dsp:cNvPr id="0" name=""/>
        <dsp:cNvSpPr/>
      </dsp:nvSpPr>
      <dsp:spPr>
        <a:xfrm>
          <a:off x="0" y="296717"/>
          <a:ext cx="4501582" cy="138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9373" tIns="333248" rIns="349373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kern="1200"/>
            <a:t>Inaccurate forecasts cause inefficiencies in power distribution.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kern="1200"/>
            <a:t>Need for reliable ML-based forecasting using consumption and weather data.</a:t>
          </a:r>
        </a:p>
      </dsp:txBody>
      <dsp:txXfrm>
        <a:off x="0" y="296717"/>
        <a:ext cx="4501582" cy="1386000"/>
      </dsp:txXfrm>
    </dsp:sp>
    <dsp:sp modelId="{922C619C-DD63-6A42-ADA4-D42660B9087D}">
      <dsp:nvSpPr>
        <dsp:cNvPr id="0" name=""/>
        <dsp:cNvSpPr/>
      </dsp:nvSpPr>
      <dsp:spPr>
        <a:xfrm>
          <a:off x="225079" y="60557"/>
          <a:ext cx="3151107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9104" tIns="0" rIns="119104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Problem Statement:</a:t>
          </a:r>
        </a:p>
      </dsp:txBody>
      <dsp:txXfrm>
        <a:off x="248136" y="83614"/>
        <a:ext cx="3104993" cy="426206"/>
      </dsp:txXfrm>
    </dsp:sp>
    <dsp:sp modelId="{B8BBDB97-1A17-E946-9CAD-333E890BEACF}">
      <dsp:nvSpPr>
        <dsp:cNvPr id="0" name=""/>
        <dsp:cNvSpPr/>
      </dsp:nvSpPr>
      <dsp:spPr>
        <a:xfrm>
          <a:off x="0" y="2005277"/>
          <a:ext cx="4501582" cy="16631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9373" tIns="333248" rIns="349373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kern="1200"/>
            <a:t>Develop and compare ML regression models.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kern="1200"/>
            <a:t>Evaluate using MAE, MSE, RMSE, R².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kern="1200"/>
            <a:t>Identify best-performing model for practical use.</a:t>
          </a:r>
        </a:p>
      </dsp:txBody>
      <dsp:txXfrm>
        <a:off x="0" y="2005277"/>
        <a:ext cx="4501582" cy="1663199"/>
      </dsp:txXfrm>
    </dsp:sp>
    <dsp:sp modelId="{3436BC16-6963-784B-97CE-60F1FC5F36C9}">
      <dsp:nvSpPr>
        <dsp:cNvPr id="0" name=""/>
        <dsp:cNvSpPr/>
      </dsp:nvSpPr>
      <dsp:spPr>
        <a:xfrm>
          <a:off x="225079" y="1769117"/>
          <a:ext cx="3151107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9104" tIns="0" rIns="119104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Objectives:</a:t>
          </a:r>
        </a:p>
      </dsp:txBody>
      <dsp:txXfrm>
        <a:off x="248136" y="1792174"/>
        <a:ext cx="3104993" cy="42620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DDA5A1-9898-644E-A239-ABA58FA0EB01}">
      <dsp:nvSpPr>
        <dsp:cNvPr id="0" name=""/>
        <dsp:cNvSpPr/>
      </dsp:nvSpPr>
      <dsp:spPr>
        <a:xfrm>
          <a:off x="0" y="3276390"/>
          <a:ext cx="7886700" cy="107538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Key Features:</a:t>
          </a:r>
        </a:p>
      </dsp:txBody>
      <dsp:txXfrm>
        <a:off x="0" y="3276390"/>
        <a:ext cx="7886700" cy="580707"/>
      </dsp:txXfrm>
    </dsp:sp>
    <dsp:sp modelId="{871E37B7-40E2-1042-BF57-608BC5949A14}">
      <dsp:nvSpPr>
        <dsp:cNvPr id="0" name=""/>
        <dsp:cNvSpPr/>
      </dsp:nvSpPr>
      <dsp:spPr>
        <a:xfrm>
          <a:off x="3850" y="3835590"/>
          <a:ext cx="2626332" cy="494676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Datetime: date, hour</a:t>
          </a:r>
        </a:p>
      </dsp:txBody>
      <dsp:txXfrm>
        <a:off x="3850" y="3835590"/>
        <a:ext cx="2626332" cy="494676"/>
      </dsp:txXfrm>
    </dsp:sp>
    <dsp:sp modelId="{5F398BB0-723C-6A41-BD7C-D7DA44A97A29}">
      <dsp:nvSpPr>
        <dsp:cNvPr id="0" name=""/>
        <dsp:cNvSpPr/>
      </dsp:nvSpPr>
      <dsp:spPr>
        <a:xfrm>
          <a:off x="2630183" y="3835590"/>
          <a:ext cx="2626332" cy="494676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Weather: temperature, humidity, wind speed, etc.</a:t>
          </a:r>
        </a:p>
      </dsp:txBody>
      <dsp:txXfrm>
        <a:off x="2630183" y="3835590"/>
        <a:ext cx="2626332" cy="494676"/>
      </dsp:txXfrm>
    </dsp:sp>
    <dsp:sp modelId="{F0352CAF-01C6-AB47-87D4-20015A7AF017}">
      <dsp:nvSpPr>
        <dsp:cNvPr id="0" name=""/>
        <dsp:cNvSpPr/>
      </dsp:nvSpPr>
      <dsp:spPr>
        <a:xfrm>
          <a:off x="5256516" y="3835590"/>
          <a:ext cx="2626332" cy="494676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Target: average electricity load per hour</a:t>
          </a:r>
        </a:p>
      </dsp:txBody>
      <dsp:txXfrm>
        <a:off x="5256516" y="3835590"/>
        <a:ext cx="2626332" cy="494676"/>
      </dsp:txXfrm>
    </dsp:sp>
    <dsp:sp modelId="{BDB9DB53-B5D6-474C-B6EE-DA2068B71D27}">
      <dsp:nvSpPr>
        <dsp:cNvPr id="0" name=""/>
        <dsp:cNvSpPr/>
      </dsp:nvSpPr>
      <dsp:spPr>
        <a:xfrm rot="10800000">
          <a:off x="0" y="1638579"/>
          <a:ext cx="7886700" cy="1653941"/>
        </a:xfrm>
        <a:prstGeom prst="upArrowCallou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Timeframe: Hourly electricity consumption records</a:t>
          </a:r>
        </a:p>
      </dsp:txBody>
      <dsp:txXfrm rot="10800000">
        <a:off x="0" y="1638579"/>
        <a:ext cx="7886700" cy="1074681"/>
      </dsp:txXfrm>
    </dsp:sp>
    <dsp:sp modelId="{B3AF81C1-BAD4-4D46-B803-A9E4BE2F485A}">
      <dsp:nvSpPr>
        <dsp:cNvPr id="0" name=""/>
        <dsp:cNvSpPr/>
      </dsp:nvSpPr>
      <dsp:spPr>
        <a:xfrm rot="10800000">
          <a:off x="0" y="769"/>
          <a:ext cx="7886700" cy="1653941"/>
        </a:xfrm>
        <a:prstGeom prst="upArrowCallou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Source: Kaggle &amp; Open Weather</a:t>
          </a:r>
        </a:p>
      </dsp:txBody>
      <dsp:txXfrm rot="10800000">
        <a:off x="0" y="769"/>
        <a:ext cx="7886700" cy="107468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814DBE-7DD4-0248-BEE3-58EF722D8244}">
      <dsp:nvSpPr>
        <dsp:cNvPr id="0" name=""/>
        <dsp:cNvSpPr/>
      </dsp:nvSpPr>
      <dsp:spPr>
        <a:xfrm>
          <a:off x="0" y="526395"/>
          <a:ext cx="5175384" cy="15309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1667" tIns="562356" rIns="401667" bIns="192024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Hourly electricity &amp; weather data</a:t>
          </a:r>
        </a:p>
      </dsp:txBody>
      <dsp:txXfrm>
        <a:off x="0" y="526395"/>
        <a:ext cx="5175384" cy="1530900"/>
      </dsp:txXfrm>
    </dsp:sp>
    <dsp:sp modelId="{5EA8E1BA-1B5F-504C-9A95-5288DB4E6120}">
      <dsp:nvSpPr>
        <dsp:cNvPr id="0" name=""/>
        <dsp:cNvSpPr/>
      </dsp:nvSpPr>
      <dsp:spPr>
        <a:xfrm>
          <a:off x="258769" y="127875"/>
          <a:ext cx="3622768" cy="79703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932" tIns="0" rIns="136932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Data Collection:</a:t>
          </a:r>
        </a:p>
      </dsp:txBody>
      <dsp:txXfrm>
        <a:off x="297677" y="166783"/>
        <a:ext cx="3544952" cy="719223"/>
      </dsp:txXfrm>
    </dsp:sp>
    <dsp:sp modelId="{C3129911-FFEF-E945-9A14-BE5C2CA01B00}">
      <dsp:nvSpPr>
        <dsp:cNvPr id="0" name=""/>
        <dsp:cNvSpPr/>
      </dsp:nvSpPr>
      <dsp:spPr>
        <a:xfrm>
          <a:off x="0" y="2601615"/>
          <a:ext cx="5175384" cy="28066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1667" tIns="562356" rIns="401667" bIns="192024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Parsed datetime to hour, day, month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Dropped redundant columns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Normalized features using StandardScaler</a:t>
          </a:r>
        </a:p>
      </dsp:txBody>
      <dsp:txXfrm>
        <a:off x="0" y="2601615"/>
        <a:ext cx="5175384" cy="2806650"/>
      </dsp:txXfrm>
    </dsp:sp>
    <dsp:sp modelId="{2D2098CA-E239-9645-9674-CDE12FF042E1}">
      <dsp:nvSpPr>
        <dsp:cNvPr id="0" name=""/>
        <dsp:cNvSpPr/>
      </dsp:nvSpPr>
      <dsp:spPr>
        <a:xfrm>
          <a:off x="258769" y="2203095"/>
          <a:ext cx="3622768" cy="79703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932" tIns="0" rIns="136932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Preprocessing:</a:t>
          </a:r>
        </a:p>
      </dsp:txBody>
      <dsp:txXfrm>
        <a:off x="297677" y="2242003"/>
        <a:ext cx="3544952" cy="71922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8EF2A0-FEDD-6442-82BE-25D69DFB275D}">
      <dsp:nvSpPr>
        <dsp:cNvPr id="0" name=""/>
        <dsp:cNvSpPr/>
      </dsp:nvSpPr>
      <dsp:spPr>
        <a:xfrm>
          <a:off x="1577340" y="1234"/>
          <a:ext cx="6309360" cy="1264874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19" tIns="321278" rIns="122419" bIns="32127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Linear, Ridge, Lasso, Decision Tree, Random Forest, XGBoost, Time-aware XGBoost</a:t>
          </a:r>
        </a:p>
      </dsp:txBody>
      <dsp:txXfrm>
        <a:off x="1577340" y="1234"/>
        <a:ext cx="6309360" cy="1264874"/>
      </dsp:txXfrm>
    </dsp:sp>
    <dsp:sp modelId="{5FCA4CC4-E6D9-6A47-9348-0D23ED24F270}">
      <dsp:nvSpPr>
        <dsp:cNvPr id="0" name=""/>
        <dsp:cNvSpPr/>
      </dsp:nvSpPr>
      <dsp:spPr>
        <a:xfrm>
          <a:off x="0" y="1234"/>
          <a:ext cx="1577340" cy="126487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468" tIns="124941" rIns="83468" bIns="124941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Models Trained:</a:t>
          </a:r>
        </a:p>
      </dsp:txBody>
      <dsp:txXfrm>
        <a:off x="0" y="1234"/>
        <a:ext cx="1577340" cy="1264874"/>
      </dsp:txXfrm>
    </dsp:sp>
    <dsp:sp modelId="{88504412-620F-1243-87B4-67B12343568B}">
      <dsp:nvSpPr>
        <dsp:cNvPr id="0" name=""/>
        <dsp:cNvSpPr/>
      </dsp:nvSpPr>
      <dsp:spPr>
        <a:xfrm>
          <a:off x="1577340" y="1342000"/>
          <a:ext cx="6309360" cy="1264874"/>
        </a:xfrm>
        <a:prstGeom prst="rect">
          <a:avLst/>
        </a:prstGeom>
        <a:solidFill>
          <a:schemeClr val="accent5">
            <a:tint val="40000"/>
            <a:alpha val="90000"/>
            <a:hueOff val="-5370241"/>
            <a:satOff val="24126"/>
            <a:lumOff val="1658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5370241"/>
              <a:satOff val="24126"/>
              <a:lumOff val="165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19" tIns="321278" rIns="122419" bIns="32127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MAE, MSE, RMSE, R²</a:t>
          </a:r>
        </a:p>
      </dsp:txBody>
      <dsp:txXfrm>
        <a:off x="1577340" y="1342000"/>
        <a:ext cx="6309360" cy="1264874"/>
      </dsp:txXfrm>
    </dsp:sp>
    <dsp:sp modelId="{8AC2D3E7-FC23-E147-B812-5251259480D3}">
      <dsp:nvSpPr>
        <dsp:cNvPr id="0" name=""/>
        <dsp:cNvSpPr/>
      </dsp:nvSpPr>
      <dsp:spPr>
        <a:xfrm>
          <a:off x="0" y="1342000"/>
          <a:ext cx="1577340" cy="1264874"/>
        </a:xfrm>
        <a:prstGeom prst="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accent5">
              <a:hueOff val="-4966938"/>
              <a:satOff val="19906"/>
              <a:lumOff val="431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468" tIns="124941" rIns="83468" bIns="124941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Evaluation Metrics:</a:t>
          </a:r>
        </a:p>
      </dsp:txBody>
      <dsp:txXfrm>
        <a:off x="0" y="1342000"/>
        <a:ext cx="1577340" cy="1264874"/>
      </dsp:txXfrm>
    </dsp:sp>
    <dsp:sp modelId="{4400A610-5AC5-4945-9C5F-774BDCEEEB83}">
      <dsp:nvSpPr>
        <dsp:cNvPr id="0" name=""/>
        <dsp:cNvSpPr/>
      </dsp:nvSpPr>
      <dsp:spPr>
        <a:xfrm>
          <a:off x="1577340" y="2682767"/>
          <a:ext cx="6309360" cy="1264874"/>
        </a:xfrm>
        <a:prstGeom prst="rect">
          <a:avLst/>
        </a:prstGeom>
        <a:solidFill>
          <a:schemeClr val="accent5">
            <a:tint val="40000"/>
            <a:alpha val="90000"/>
            <a:hueOff val="-10740482"/>
            <a:satOff val="48253"/>
            <a:lumOff val="3317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10740482"/>
              <a:satOff val="48253"/>
              <a:lumOff val="331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19" tIns="321278" rIns="122419" bIns="32127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XGBoost chosen based on superior performance</a:t>
          </a:r>
        </a:p>
      </dsp:txBody>
      <dsp:txXfrm>
        <a:off x="1577340" y="2682767"/>
        <a:ext cx="6309360" cy="1264874"/>
      </dsp:txXfrm>
    </dsp:sp>
    <dsp:sp modelId="{54AB003E-6EF6-B542-9B97-2CC3E6F482C0}">
      <dsp:nvSpPr>
        <dsp:cNvPr id="0" name=""/>
        <dsp:cNvSpPr/>
      </dsp:nvSpPr>
      <dsp:spPr>
        <a:xfrm>
          <a:off x="0" y="2682767"/>
          <a:ext cx="1577340" cy="1264874"/>
        </a:xfrm>
        <a:prstGeom prst="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468" tIns="124941" rIns="83468" bIns="124941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Model Selection:</a:t>
          </a:r>
        </a:p>
      </dsp:txBody>
      <dsp:txXfrm>
        <a:off x="0" y="2682767"/>
        <a:ext cx="1577340" cy="126487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BD4421-267A-3B42-A9F5-CB152837461C}">
      <dsp:nvSpPr>
        <dsp:cNvPr id="0" name=""/>
        <dsp:cNvSpPr/>
      </dsp:nvSpPr>
      <dsp:spPr>
        <a:xfrm>
          <a:off x="0" y="21588"/>
          <a:ext cx="8229600" cy="4797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Best Performer: XGBoost</a:t>
          </a:r>
        </a:p>
      </dsp:txBody>
      <dsp:txXfrm>
        <a:off x="23417" y="45005"/>
        <a:ext cx="8182766" cy="432866"/>
      </dsp:txXfrm>
    </dsp:sp>
    <dsp:sp modelId="{9620AC83-556D-6241-8B3D-9045F4330916}">
      <dsp:nvSpPr>
        <dsp:cNvPr id="0" name=""/>
        <dsp:cNvSpPr/>
      </dsp:nvSpPr>
      <dsp:spPr>
        <a:xfrm>
          <a:off x="0" y="558888"/>
          <a:ext cx="8229600" cy="4797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Underperformers: KNN, Linear Regression</a:t>
          </a:r>
        </a:p>
      </dsp:txBody>
      <dsp:txXfrm>
        <a:off x="23417" y="582305"/>
        <a:ext cx="8182766" cy="43286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A7A693-E0B3-724E-AB2E-8C0AC9834C8C}">
      <dsp:nvSpPr>
        <dsp:cNvPr id="0" name=""/>
        <dsp:cNvSpPr/>
      </dsp:nvSpPr>
      <dsp:spPr>
        <a:xfrm>
          <a:off x="0" y="36245"/>
          <a:ext cx="4505706" cy="9149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 dirty="0"/>
            <a:t>Observed vs Predicted (</a:t>
          </a:r>
          <a:r>
            <a:rPr lang="en-IN" sz="2300" kern="1200" dirty="0" err="1"/>
            <a:t>XGBoost</a:t>
          </a:r>
          <a:r>
            <a:rPr lang="en-IN" sz="2300" kern="1200" dirty="0"/>
            <a:t>) → Very close tracking</a:t>
          </a:r>
        </a:p>
      </dsp:txBody>
      <dsp:txXfrm>
        <a:off x="44664" y="80909"/>
        <a:ext cx="4416378" cy="82561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14F2CB-E443-1C45-9CDE-19526479061E}">
      <dsp:nvSpPr>
        <dsp:cNvPr id="0" name=""/>
        <dsp:cNvSpPr/>
      </dsp:nvSpPr>
      <dsp:spPr>
        <a:xfrm>
          <a:off x="0" y="123937"/>
          <a:ext cx="8229600" cy="62361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/>
            <a:t>Comparison of all models → XGBoost shows least deviation</a:t>
          </a:r>
        </a:p>
      </dsp:txBody>
      <dsp:txXfrm>
        <a:off x="30442" y="154379"/>
        <a:ext cx="8168716" cy="56272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1CC8DC-5A8C-D047-B492-9BE58B79FC33}">
      <dsp:nvSpPr>
        <dsp:cNvPr id="0" name=""/>
        <dsp:cNvSpPr/>
      </dsp:nvSpPr>
      <dsp:spPr>
        <a:xfrm>
          <a:off x="0" y="19958"/>
          <a:ext cx="8229600" cy="62361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/>
            <a:t>Time Series (peak demand) → XGBoost captures peaks well</a:t>
          </a:r>
        </a:p>
      </dsp:txBody>
      <dsp:txXfrm>
        <a:off x="30442" y="50400"/>
        <a:ext cx="8168716" cy="56272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C1160D-A904-EA47-977F-201829AA928C}">
      <dsp:nvSpPr>
        <dsp:cNvPr id="0" name=""/>
        <dsp:cNvSpPr/>
      </dsp:nvSpPr>
      <dsp:spPr>
        <a:xfrm>
          <a:off x="0" y="422532"/>
          <a:ext cx="4718785" cy="128204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6230" tIns="458216" rIns="366230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Captures non-linear interactions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Regularization avoids overfitting</a:t>
          </a:r>
        </a:p>
      </dsp:txBody>
      <dsp:txXfrm>
        <a:off x="0" y="422532"/>
        <a:ext cx="4718785" cy="1282049"/>
      </dsp:txXfrm>
    </dsp:sp>
    <dsp:sp modelId="{5A4821AA-B0D6-954B-9F1F-6477D2968A25}">
      <dsp:nvSpPr>
        <dsp:cNvPr id="0" name=""/>
        <dsp:cNvSpPr/>
      </dsp:nvSpPr>
      <dsp:spPr>
        <a:xfrm>
          <a:off x="235939" y="97812"/>
          <a:ext cx="3303149" cy="64944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4851" tIns="0" rIns="124851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XGBoost Benefits:</a:t>
          </a:r>
        </a:p>
      </dsp:txBody>
      <dsp:txXfrm>
        <a:off x="267642" y="129515"/>
        <a:ext cx="3239743" cy="586034"/>
      </dsp:txXfrm>
    </dsp:sp>
    <dsp:sp modelId="{7E9B77CB-B4C1-7A49-8EF2-63C3EA3266E8}">
      <dsp:nvSpPr>
        <dsp:cNvPr id="0" name=""/>
        <dsp:cNvSpPr/>
      </dsp:nvSpPr>
      <dsp:spPr>
        <a:xfrm>
          <a:off x="0" y="2148102"/>
          <a:ext cx="4718785" cy="15939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4966938"/>
              <a:satOff val="19906"/>
              <a:lumOff val="431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6230" tIns="458216" rIns="366230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Linear models too simplistic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KNN affected by high dimensionality</a:t>
          </a:r>
        </a:p>
      </dsp:txBody>
      <dsp:txXfrm>
        <a:off x="0" y="2148102"/>
        <a:ext cx="4718785" cy="1593900"/>
      </dsp:txXfrm>
    </dsp:sp>
    <dsp:sp modelId="{1E166970-D70C-B345-AF91-15BD8BFB6550}">
      <dsp:nvSpPr>
        <dsp:cNvPr id="0" name=""/>
        <dsp:cNvSpPr/>
      </dsp:nvSpPr>
      <dsp:spPr>
        <a:xfrm>
          <a:off x="235939" y="1823382"/>
          <a:ext cx="3303149" cy="649440"/>
        </a:xfrm>
        <a:prstGeom prst="round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4851" tIns="0" rIns="124851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Challenges:</a:t>
          </a:r>
        </a:p>
      </dsp:txBody>
      <dsp:txXfrm>
        <a:off x="267642" y="1855085"/>
        <a:ext cx="3239743" cy="586034"/>
      </dsp:txXfrm>
    </dsp:sp>
    <dsp:sp modelId="{B84FFEB8-3A1B-A444-9356-B658E1167401}">
      <dsp:nvSpPr>
        <dsp:cNvPr id="0" name=""/>
        <dsp:cNvSpPr/>
      </dsp:nvSpPr>
      <dsp:spPr>
        <a:xfrm>
          <a:off x="0" y="4185522"/>
          <a:ext cx="4718785" cy="1247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6230" tIns="458216" rIns="366230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Lag, hour, day improved short-term accuracy</a:t>
          </a:r>
        </a:p>
      </dsp:txBody>
      <dsp:txXfrm>
        <a:off x="0" y="4185522"/>
        <a:ext cx="4718785" cy="1247400"/>
      </dsp:txXfrm>
    </dsp:sp>
    <dsp:sp modelId="{B26F399C-EB01-6446-9575-8DFB7E803645}">
      <dsp:nvSpPr>
        <dsp:cNvPr id="0" name=""/>
        <dsp:cNvSpPr/>
      </dsp:nvSpPr>
      <dsp:spPr>
        <a:xfrm>
          <a:off x="235939" y="3860802"/>
          <a:ext cx="3303149" cy="64944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4851" tIns="0" rIns="124851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Temporal Features:</a:t>
          </a:r>
        </a:p>
      </dsp:txBody>
      <dsp:txXfrm>
        <a:off x="267642" y="3892505"/>
        <a:ext cx="3239743" cy="586034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D7FFF7-E019-4B28-8265-60F79F5D4EFE}">
      <dsp:nvSpPr>
        <dsp:cNvPr id="0" name=""/>
        <dsp:cNvSpPr/>
      </dsp:nvSpPr>
      <dsp:spPr>
        <a:xfrm>
          <a:off x="520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734D51-102D-4FA2-8503-00F52FC34523}">
      <dsp:nvSpPr>
        <dsp:cNvPr id="0" name=""/>
        <dsp:cNvSpPr/>
      </dsp:nvSpPr>
      <dsp:spPr>
        <a:xfrm>
          <a:off x="2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Add external data: holidays, pricing, socio-economic factors</a:t>
          </a:r>
        </a:p>
      </dsp:txBody>
      <dsp:txXfrm>
        <a:off x="25435" y="2276522"/>
        <a:ext cx="1800000" cy="720000"/>
      </dsp:txXfrm>
    </dsp:sp>
    <dsp:sp modelId="{FE19DC10-3054-4EFA-95E9-B4474DBA42F2}">
      <dsp:nvSpPr>
        <dsp:cNvPr id="0" name=""/>
        <dsp:cNvSpPr/>
      </dsp:nvSpPr>
      <dsp:spPr>
        <a:xfrm>
          <a:off x="2635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6B8256-EC0A-4ADD-8FB5-8D44C14436EB}">
      <dsp:nvSpPr>
        <dsp:cNvPr id="0" name=""/>
        <dsp:cNvSpPr/>
      </dsp:nvSpPr>
      <dsp:spPr>
        <a:xfrm>
          <a:off x="214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Try LSTM, GRU for deep temporal modeling</a:t>
          </a:r>
        </a:p>
      </dsp:txBody>
      <dsp:txXfrm>
        <a:off x="2140435" y="2276522"/>
        <a:ext cx="1800000" cy="720000"/>
      </dsp:txXfrm>
    </dsp:sp>
    <dsp:sp modelId="{8B715578-12DB-4753-9C02-84F51C68BB12}">
      <dsp:nvSpPr>
        <dsp:cNvPr id="0" name=""/>
        <dsp:cNvSpPr/>
      </dsp:nvSpPr>
      <dsp:spPr>
        <a:xfrm>
          <a:off x="4750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AE20B4-8D00-4171-A03E-BE20E6D0345A}">
      <dsp:nvSpPr>
        <dsp:cNvPr id="0" name=""/>
        <dsp:cNvSpPr/>
      </dsp:nvSpPr>
      <dsp:spPr>
        <a:xfrm>
          <a:off x="425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Explore real-time forecasting with online learning</a:t>
          </a:r>
        </a:p>
      </dsp:txBody>
      <dsp:txXfrm>
        <a:off x="4255435" y="2276522"/>
        <a:ext cx="1800000" cy="720000"/>
      </dsp:txXfrm>
    </dsp:sp>
    <dsp:sp modelId="{E76E8F9A-1CC3-4C0C-BADD-4A10368442C8}">
      <dsp:nvSpPr>
        <dsp:cNvPr id="0" name=""/>
        <dsp:cNvSpPr/>
      </dsp:nvSpPr>
      <dsp:spPr>
        <a:xfrm>
          <a:off x="6865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DFD18A-1C65-4375-A89C-DBA245EF955F}">
      <dsp:nvSpPr>
        <dsp:cNvPr id="0" name=""/>
        <dsp:cNvSpPr/>
      </dsp:nvSpPr>
      <dsp:spPr>
        <a:xfrm>
          <a:off x="637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Perform hyperparameter tuning and cross-validation</a:t>
          </a:r>
        </a:p>
      </dsp:txBody>
      <dsp:txXfrm>
        <a:off x="6370435" y="2276522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1.jpe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7" Type="http://schemas.openxmlformats.org/officeDocument/2006/relationships/image" Target="../media/image14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7.xml"/><Relationship Id="rId3" Type="http://schemas.openxmlformats.org/officeDocument/2006/relationships/image" Target="../media/image16.png"/><Relationship Id="rId7" Type="http://schemas.openxmlformats.org/officeDocument/2006/relationships/diagramColors" Target="../diagrams/colors7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7.xml"/><Relationship Id="rId5" Type="http://schemas.openxmlformats.org/officeDocument/2006/relationships/diagramLayout" Target="../diagrams/layout7.xml"/><Relationship Id="rId4" Type="http://schemas.openxmlformats.org/officeDocument/2006/relationships/diagramData" Target="../diagrams/data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diagramLayout" Target="../diagrams/layout8.xml"/><Relationship Id="rId7" Type="http://schemas.openxmlformats.org/officeDocument/2006/relationships/image" Target="../media/image17.pn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Relationship Id="rId9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7" Type="http://schemas.openxmlformats.org/officeDocument/2006/relationships/image" Target="../media/image20.png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03C6F4E6-30A1-4F63-C8CC-028750B5A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7501" cy="4570886"/>
            <a:chOff x="0" y="0"/>
            <a:chExt cx="12196668" cy="457088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9EA7CA8-3AE6-4F5F-9932-63303CF2D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12196668" cy="4570632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6E3E019-A259-1130-CC5C-3165020BC5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791"/>
              <a:ext cx="10565988" cy="4568095"/>
            </a:xfrm>
            <a:prstGeom prst="rect">
              <a:avLst/>
            </a:prstGeom>
            <a:gradFill flip="none" rotWithShape="1">
              <a:gsLst>
                <a:gs pos="3000">
                  <a:schemeClr val="accent2"/>
                </a:gs>
                <a:gs pos="40000">
                  <a:schemeClr val="accent2">
                    <a:alpha val="0"/>
                  </a:schemeClr>
                </a:gs>
              </a:gsLst>
              <a:lin ang="17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0769F99-CCA6-5CDC-D1E1-C59A4762F1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"/>
              <a:ext cx="12192000" cy="4549891"/>
            </a:xfrm>
            <a:prstGeom prst="rect">
              <a:avLst/>
            </a:prstGeom>
            <a:gradFill>
              <a:gsLst>
                <a:gs pos="0">
                  <a:schemeClr val="accent5">
                    <a:alpha val="76000"/>
                  </a:schemeClr>
                </a:gs>
                <a:gs pos="67000">
                  <a:schemeClr val="accent2">
                    <a:alpha val="0"/>
                  </a:schemeClr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13E73D3-029B-3D4E-1956-8EE7068A6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4110544" y="18215"/>
              <a:ext cx="8086124" cy="4549887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50000"/>
                    <a:alpha val="36000"/>
                  </a:schemeClr>
                </a:gs>
                <a:gs pos="45000">
                  <a:schemeClr val="accent5">
                    <a:alpha val="0"/>
                  </a:schemeClr>
                </a:gs>
              </a:gsLst>
              <a:lin ang="42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4761" y="1124262"/>
            <a:ext cx="6013239" cy="269041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Optimized Electricity Consumption Forecasting Using Machine Learning</a:t>
            </a:r>
          </a:p>
        </p:txBody>
      </p:sp>
      <p:pic>
        <p:nvPicPr>
          <p:cNvPr id="9" name="Graphic 8" descr="Lightbulb">
            <a:extLst>
              <a:ext uri="{FF2B5EF4-FFF2-40B4-BE49-F238E27FC236}">
                <a16:creationId xmlns:a16="http://schemas.microsoft.com/office/drawing/2014/main" id="{CA081C6C-2D13-9BC3-0E70-EB461CD016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61767" y="5061057"/>
            <a:ext cx="1199733" cy="1199733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F90F412-8A60-8463-D4D8-9494870B80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6123" y="4874747"/>
            <a:ext cx="5481145" cy="1305336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dirty="0"/>
              <a:t>Pranjal</a:t>
            </a:r>
          </a:p>
          <a:p>
            <a:pPr marL="0" indent="0">
              <a:buNone/>
            </a:pPr>
            <a:r>
              <a:rPr dirty="0"/>
              <a:t>Registration No: 12405076</a:t>
            </a:r>
            <a:endParaRPr lang="en-US" dirty="0"/>
          </a:p>
          <a:p>
            <a:pPr marL="0" indent="0">
              <a:buNone/>
            </a:pPr>
            <a:r>
              <a:rPr lang="en-IN" dirty="0"/>
              <a:t>Roll No: A18</a:t>
            </a:r>
          </a:p>
          <a:p>
            <a:pPr marL="0" indent="0">
              <a:buNone/>
            </a:pPr>
            <a:r>
              <a:rPr lang="en-IN" dirty="0"/>
              <a:t>Section – K24BB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7A5B6D3-2EED-F54F-F286-4E3C8F42742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2D7E860-51CA-4A8F-AE38-C0F8DBA1331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12D7E860-51CA-4A8F-AE38-C0F8DBA1331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12D7E860-51CA-4A8F-AE38-C0F8DBA1331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77268AF-F30B-45B1-BD61-A21E50B3832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graphicEl>
                                              <a:dgm id="{C77268AF-F30B-45B1-BD61-A21E50B3832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graphicEl>
                                              <a:dgm id="{C77268AF-F30B-45B1-BD61-A21E50B3832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1A0ABB9-8F9D-400C-8FCC-1520DB06BF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graphicEl>
                                              <a:dgm id="{51A0ABB9-8F9D-400C-8FCC-1520DB06BF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graphicEl>
                                              <a:dgm id="{51A0ABB9-8F9D-400C-8FCC-1520DB06BF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648AD76-1707-4D14-B8EF-29ABC801D76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graphicEl>
                                              <a:dgm id="{2648AD76-1707-4D14-B8EF-29ABC801D76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graphicEl>
                                              <a:dgm id="{2648AD76-1707-4D14-B8EF-29ABC801D76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48B3217-5227-4D60-8951-5F41403D84B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graphicEl>
                                              <a:dgm id="{648B3217-5227-4D60-8951-5F41403D84B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graphicEl>
                                              <a:dgm id="{648B3217-5227-4D60-8951-5F41403D84B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867E8DC-5338-4097-A520-37402BDD4D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>
                                            <p:graphicEl>
                                              <a:dgm id="{C867E8DC-5338-4097-A520-37402BDD4D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>
                                            <p:graphicEl>
                                              <a:dgm id="{C867E8DC-5338-4097-A520-37402BDD4D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409046E-1605-476C-A19F-9DDE13F3186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>
                                            <p:graphicEl>
                                              <a:dgm id="{1409046E-1605-476C-A19F-9DDE13F3186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>
                                            <p:graphicEl>
                                              <a:dgm id="{1409046E-1605-476C-A19F-9DDE13F3186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BF67127-0A5D-42EB-A75E-3E68060973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">
                                            <p:graphicEl>
                                              <a:dgm id="{8BF67127-0A5D-42EB-A75E-3E68060973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>
                                            <p:graphicEl>
                                              <a:dgm id="{8BF67127-0A5D-42EB-A75E-3E68060973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8F659C2-7C43-41D0-8EA9-BD9D8D3D5CB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graphicEl>
                                              <a:dgm id="{E8F659C2-7C43-41D0-8EA9-BD9D8D3D5CB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graphicEl>
                                              <a:dgm id="{E8F659C2-7C43-41D0-8EA9-BD9D8D3D5CB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AD11DB7-7A30-40F5-A4F0-DDACCD1C955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>
                                            <p:graphicEl>
                                              <a:dgm id="{6AD11DB7-7A30-40F5-A4F0-DDACCD1C955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>
                                            <p:graphicEl>
                                              <a:dgm id="{6AD11DB7-7A30-40F5-A4F0-DDACCD1C955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D24A2B9-2BDD-43DC-A21F-FA3A431543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">
                                            <p:graphicEl>
                                              <a:dgm id="{CD24A2B9-2BDD-43DC-A21F-FA3A431543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">
                                            <p:graphicEl>
                                              <a:dgm id="{CD24A2B9-2BDD-43DC-A21F-FA3A431543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5F66777-C383-416F-9BDD-7F391B24C99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">
                                            <p:graphicEl>
                                              <a:dgm id="{25F66777-C383-416F-9BDD-7F391B24C99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">
                                            <p:graphicEl>
                                              <a:dgm id="{25F66777-C383-416F-9BDD-7F391B24C99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1D34770-47A8-402C-AF23-2B653F2D8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7509" y="723898"/>
            <a:ext cx="4501582" cy="1495425"/>
          </a:xfrm>
        </p:spPr>
        <p:txBody>
          <a:bodyPr>
            <a:normAutofit/>
          </a:bodyPr>
          <a:lstStyle/>
          <a:p>
            <a:r>
              <a:rPr lang="en-IN" sz="3500"/>
              <a:t>Problem Statement &amp; Objectives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B0485A1-D5B8-2883-1BD6-7D9B8309D5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494447"/>
              </p:ext>
            </p:extLst>
          </p:nvPr>
        </p:nvGraphicFramePr>
        <p:xfrm>
          <a:off x="627510" y="2405067"/>
          <a:ext cx="4501582" cy="37290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 descr="Angled shot of pen on a graph">
            <a:extLst>
              <a:ext uri="{FF2B5EF4-FFF2-40B4-BE49-F238E27FC236}">
                <a16:creationId xmlns:a16="http://schemas.microsoft.com/office/drawing/2014/main" id="{D67D9EFF-34A1-F68B-FE9A-CEB19BB2C0B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0194" r="53361" b="-1"/>
          <a:stretch/>
        </p:blipFill>
        <p:spPr>
          <a:xfrm>
            <a:off x="5399580" y="10"/>
            <a:ext cx="3744420" cy="6857990"/>
          </a:xfrm>
          <a:prstGeom prst="rect">
            <a:avLst/>
          </a:prstGeom>
          <a:effectLst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22C619C-DD63-6A42-ADA4-D42660B9087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graphicEl>
                                              <a:dgm id="{922C619C-DD63-6A42-ADA4-D42660B9087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graphicEl>
                                              <a:dgm id="{922C619C-DD63-6A42-ADA4-D42660B9087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9C5CF87-00DB-2D43-9314-F33DF5A24D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graphicEl>
                                              <a:dgm id="{79C5CF87-00DB-2D43-9314-F33DF5A24D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graphicEl>
                                              <a:dgm id="{79C5CF87-00DB-2D43-9314-F33DF5A24D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436BC16-6963-784B-97CE-60F1FC5F36C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graphicEl>
                                              <a:dgm id="{3436BC16-6963-784B-97CE-60F1FC5F36C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graphicEl>
                                              <a:dgm id="{3436BC16-6963-784B-97CE-60F1FC5F36C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8BBDB97-1A17-E946-9CAD-333E890BEAC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graphicEl>
                                              <a:dgm id="{B8BBDB97-1A17-E946-9CAD-333E890BEAC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graphicEl>
                                              <a:dgm id="{B8BBDB97-1A17-E946-9CAD-333E890BEAC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8"/>
            <a:ext cx="7886700" cy="1133499"/>
          </a:xfrm>
        </p:spPr>
        <p:txBody>
          <a:bodyPr>
            <a:normAutofit/>
          </a:bodyPr>
          <a:lstStyle/>
          <a:p>
            <a:r>
              <a:rPr lang="en-IN" sz="4500"/>
              <a:t>Dataset Description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B2EC8AB-6A3B-AD39-717A-D6BF4F36D1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7187629"/>
              </p:ext>
            </p:extLst>
          </p:nvPr>
        </p:nvGraphicFramePr>
        <p:xfrm>
          <a:off x="628650" y="1828800"/>
          <a:ext cx="78867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3AF81C1-BAD4-4D46-B803-A9E4BE2F48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B3AF81C1-BAD4-4D46-B803-A9E4BE2F48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B3AF81C1-BAD4-4D46-B803-A9E4BE2F48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DB9DB53-B5D6-474C-B6EE-DA2068B71D2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graphicEl>
                                              <a:dgm id="{BDB9DB53-B5D6-474C-B6EE-DA2068B71D2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graphicEl>
                                              <a:dgm id="{BDB9DB53-B5D6-474C-B6EE-DA2068B71D2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2DDA5A1-9898-644E-A239-ABA58FA0EB0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graphicEl>
                                              <a:dgm id="{F2DDA5A1-9898-644E-A239-ABA58FA0EB0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graphicEl>
                                              <a:dgm id="{F2DDA5A1-9898-644E-A239-ABA58FA0EB0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71E37B7-40E2-1042-BF57-608BC5949A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graphicEl>
                                              <a:dgm id="{871E37B7-40E2-1042-BF57-608BC5949A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graphicEl>
                                              <a:dgm id="{871E37B7-40E2-1042-BF57-608BC5949A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F398BB0-723C-6A41-BD7C-D7DA44A97A2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graphicEl>
                                              <a:dgm id="{5F398BB0-723C-6A41-BD7C-D7DA44A97A2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graphicEl>
                                              <a:dgm id="{5F398BB0-723C-6A41-BD7C-D7DA44A97A2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0352CAF-01C6-AB47-87D4-20015A7AF0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graphicEl>
                                              <a:dgm id="{F0352CAF-01C6-AB47-87D4-20015A7AF0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graphicEl>
                                              <a:dgm id="{F0352CAF-01C6-AB47-87D4-20015A7AF0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IN" sz="3300"/>
              <a:t>Methodology – Data Collection &amp; Preprocessing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0CAADAE8-C147-4E02-B957-489211F02F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9019415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EA8E1BA-1B5F-504C-9A95-5288DB4E612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5EA8E1BA-1B5F-504C-9A95-5288DB4E612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E814DBE-7DD4-0248-BEE3-58EF722D824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graphicEl>
                                              <a:dgm id="{1E814DBE-7DD4-0248-BEE3-58EF722D824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D2098CA-E239-9645-9674-CDE12FF042E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>
                                            <p:graphicEl>
                                              <a:dgm id="{2D2098CA-E239-9645-9674-CDE12FF042E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3129911-FFEF-E945-9A14-BE5C2CA01B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>
                                            <p:graphicEl>
                                              <a:dgm id="{C3129911-FFEF-E945-9A14-BE5C2CA01B0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3000"/>
              <a:t>Methodology – 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321" y="2227943"/>
            <a:ext cx="5033221" cy="3788227"/>
          </a:xfrm>
        </p:spPr>
        <p:txBody>
          <a:bodyPr anchor="ctr">
            <a:normAutofit/>
          </a:bodyPr>
          <a:lstStyle/>
          <a:p>
            <a:r>
              <a:rPr lang="en-IN" sz="2100" dirty="0"/>
              <a:t>Added time-based features:</a:t>
            </a:r>
          </a:p>
          <a:p>
            <a:pPr lvl="1"/>
            <a:r>
              <a:rPr lang="en-IN" sz="2100" dirty="0"/>
              <a:t>Hour of day, day of week, month</a:t>
            </a:r>
          </a:p>
          <a:p>
            <a:r>
              <a:rPr lang="en-IN" sz="2100" dirty="0"/>
              <a:t>Created lag features for time-aware models</a:t>
            </a:r>
          </a:p>
          <a:p>
            <a:pPr lvl="1"/>
            <a:r>
              <a:rPr lang="en-IN" sz="2100" dirty="0"/>
              <a:t>Enhances temporal learning especially for </a:t>
            </a:r>
            <a:r>
              <a:rPr lang="en-IN" sz="2100" dirty="0" err="1"/>
              <a:t>XGBoost</a:t>
            </a:r>
            <a:endParaRPr lang="en-IN" sz="21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Watch">
            <a:extLst>
              <a:ext uri="{FF2B5EF4-FFF2-40B4-BE49-F238E27FC236}">
                <a16:creationId xmlns:a16="http://schemas.microsoft.com/office/drawing/2014/main" id="{59184CD4-CC5E-4924-5F1B-651C333242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4300"/>
              <a:t>Methodology – Modeling &amp; Evaluation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1865313"/>
            <a:ext cx="7818120" cy="18288"/>
          </a:xfrm>
          <a:custGeom>
            <a:avLst/>
            <a:gdLst>
              <a:gd name="connsiteX0" fmla="*/ 0 w 7818120"/>
              <a:gd name="connsiteY0" fmla="*/ 0 h 18288"/>
              <a:gd name="connsiteX1" fmla="*/ 416966 w 7818120"/>
              <a:gd name="connsiteY1" fmla="*/ 0 h 18288"/>
              <a:gd name="connsiteX2" fmla="*/ 1146658 w 7818120"/>
              <a:gd name="connsiteY2" fmla="*/ 0 h 18288"/>
              <a:gd name="connsiteX3" fmla="*/ 1563624 w 7818120"/>
              <a:gd name="connsiteY3" fmla="*/ 0 h 18288"/>
              <a:gd name="connsiteX4" fmla="*/ 2136953 w 7818120"/>
              <a:gd name="connsiteY4" fmla="*/ 0 h 18288"/>
              <a:gd name="connsiteX5" fmla="*/ 2944825 w 7818120"/>
              <a:gd name="connsiteY5" fmla="*/ 0 h 18288"/>
              <a:gd name="connsiteX6" fmla="*/ 3596335 w 7818120"/>
              <a:gd name="connsiteY6" fmla="*/ 0 h 18288"/>
              <a:gd name="connsiteX7" fmla="*/ 4326026 w 7818120"/>
              <a:gd name="connsiteY7" fmla="*/ 0 h 18288"/>
              <a:gd name="connsiteX8" fmla="*/ 4899355 w 7818120"/>
              <a:gd name="connsiteY8" fmla="*/ 0 h 18288"/>
              <a:gd name="connsiteX9" fmla="*/ 5550865 w 7818120"/>
              <a:gd name="connsiteY9" fmla="*/ 0 h 18288"/>
              <a:gd name="connsiteX10" fmla="*/ 6358738 w 7818120"/>
              <a:gd name="connsiteY10" fmla="*/ 0 h 18288"/>
              <a:gd name="connsiteX11" fmla="*/ 6853885 w 7818120"/>
              <a:gd name="connsiteY11" fmla="*/ 0 h 18288"/>
              <a:gd name="connsiteX12" fmla="*/ 7818120 w 7818120"/>
              <a:gd name="connsiteY12" fmla="*/ 0 h 18288"/>
              <a:gd name="connsiteX13" fmla="*/ 7818120 w 7818120"/>
              <a:gd name="connsiteY13" fmla="*/ 18288 h 18288"/>
              <a:gd name="connsiteX14" fmla="*/ 7244791 w 7818120"/>
              <a:gd name="connsiteY14" fmla="*/ 18288 h 18288"/>
              <a:gd name="connsiteX15" fmla="*/ 6827825 w 7818120"/>
              <a:gd name="connsiteY15" fmla="*/ 18288 h 18288"/>
              <a:gd name="connsiteX16" fmla="*/ 6176315 w 7818120"/>
              <a:gd name="connsiteY16" fmla="*/ 18288 h 18288"/>
              <a:gd name="connsiteX17" fmla="*/ 5681167 w 7818120"/>
              <a:gd name="connsiteY17" fmla="*/ 18288 h 18288"/>
              <a:gd name="connsiteX18" fmla="*/ 5029657 w 7818120"/>
              <a:gd name="connsiteY18" fmla="*/ 18288 h 18288"/>
              <a:gd name="connsiteX19" fmla="*/ 4378147 w 7818120"/>
              <a:gd name="connsiteY19" fmla="*/ 18288 h 18288"/>
              <a:gd name="connsiteX20" fmla="*/ 3726637 w 7818120"/>
              <a:gd name="connsiteY20" fmla="*/ 18288 h 18288"/>
              <a:gd name="connsiteX21" fmla="*/ 3075127 w 7818120"/>
              <a:gd name="connsiteY21" fmla="*/ 18288 h 18288"/>
              <a:gd name="connsiteX22" fmla="*/ 2501798 w 7818120"/>
              <a:gd name="connsiteY22" fmla="*/ 18288 h 18288"/>
              <a:gd name="connsiteX23" fmla="*/ 1772107 w 7818120"/>
              <a:gd name="connsiteY23" fmla="*/ 18288 h 18288"/>
              <a:gd name="connsiteX24" fmla="*/ 1120597 w 7818120"/>
              <a:gd name="connsiteY24" fmla="*/ 18288 h 18288"/>
              <a:gd name="connsiteX25" fmla="*/ 0 w 7818120"/>
              <a:gd name="connsiteY25" fmla="*/ 18288 h 18288"/>
              <a:gd name="connsiteX26" fmla="*/ 0 w 7818120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818120" h="18288" fill="none" extrusionOk="0">
                <a:moveTo>
                  <a:pt x="0" y="0"/>
                </a:moveTo>
                <a:cubicBezTo>
                  <a:pt x="121520" y="-12182"/>
                  <a:pt x="211324" y="18247"/>
                  <a:pt x="416966" y="0"/>
                </a:cubicBezTo>
                <a:cubicBezTo>
                  <a:pt x="622608" y="-18247"/>
                  <a:pt x="891241" y="-13744"/>
                  <a:pt x="1146658" y="0"/>
                </a:cubicBezTo>
                <a:cubicBezTo>
                  <a:pt x="1402075" y="13744"/>
                  <a:pt x="1378880" y="-8543"/>
                  <a:pt x="1563624" y="0"/>
                </a:cubicBezTo>
                <a:cubicBezTo>
                  <a:pt x="1748368" y="8543"/>
                  <a:pt x="1972300" y="7443"/>
                  <a:pt x="2136953" y="0"/>
                </a:cubicBezTo>
                <a:cubicBezTo>
                  <a:pt x="2301606" y="-7443"/>
                  <a:pt x="2679634" y="12382"/>
                  <a:pt x="2944825" y="0"/>
                </a:cubicBezTo>
                <a:cubicBezTo>
                  <a:pt x="3210016" y="-12382"/>
                  <a:pt x="3409232" y="17967"/>
                  <a:pt x="3596335" y="0"/>
                </a:cubicBezTo>
                <a:cubicBezTo>
                  <a:pt x="3783438" y="-17967"/>
                  <a:pt x="4002523" y="-28578"/>
                  <a:pt x="4326026" y="0"/>
                </a:cubicBezTo>
                <a:cubicBezTo>
                  <a:pt x="4649529" y="28578"/>
                  <a:pt x="4777384" y="-3624"/>
                  <a:pt x="4899355" y="0"/>
                </a:cubicBezTo>
                <a:cubicBezTo>
                  <a:pt x="5021326" y="3624"/>
                  <a:pt x="5317653" y="1281"/>
                  <a:pt x="5550865" y="0"/>
                </a:cubicBezTo>
                <a:cubicBezTo>
                  <a:pt x="5784077" y="-1281"/>
                  <a:pt x="6142956" y="-39637"/>
                  <a:pt x="6358738" y="0"/>
                </a:cubicBezTo>
                <a:cubicBezTo>
                  <a:pt x="6574520" y="39637"/>
                  <a:pt x="6724785" y="-4460"/>
                  <a:pt x="6853885" y="0"/>
                </a:cubicBezTo>
                <a:cubicBezTo>
                  <a:pt x="6982985" y="4460"/>
                  <a:pt x="7403044" y="-1955"/>
                  <a:pt x="7818120" y="0"/>
                </a:cubicBezTo>
                <a:cubicBezTo>
                  <a:pt x="7817988" y="7702"/>
                  <a:pt x="7817908" y="13511"/>
                  <a:pt x="7818120" y="18288"/>
                </a:cubicBezTo>
                <a:cubicBezTo>
                  <a:pt x="7698847" y="-3267"/>
                  <a:pt x="7390924" y="22979"/>
                  <a:pt x="7244791" y="18288"/>
                </a:cubicBezTo>
                <a:cubicBezTo>
                  <a:pt x="7098658" y="13597"/>
                  <a:pt x="6952735" y="29357"/>
                  <a:pt x="6827825" y="18288"/>
                </a:cubicBezTo>
                <a:cubicBezTo>
                  <a:pt x="6702915" y="7219"/>
                  <a:pt x="6338661" y="34530"/>
                  <a:pt x="6176315" y="18288"/>
                </a:cubicBezTo>
                <a:cubicBezTo>
                  <a:pt x="6013969" y="2047"/>
                  <a:pt x="5850602" y="6362"/>
                  <a:pt x="5681167" y="18288"/>
                </a:cubicBezTo>
                <a:cubicBezTo>
                  <a:pt x="5511732" y="30214"/>
                  <a:pt x="5312143" y="419"/>
                  <a:pt x="5029657" y="18288"/>
                </a:cubicBezTo>
                <a:cubicBezTo>
                  <a:pt x="4747171" y="36158"/>
                  <a:pt x="4655062" y="30740"/>
                  <a:pt x="4378147" y="18288"/>
                </a:cubicBezTo>
                <a:cubicBezTo>
                  <a:pt x="4101232" y="5837"/>
                  <a:pt x="4037646" y="44706"/>
                  <a:pt x="3726637" y="18288"/>
                </a:cubicBezTo>
                <a:cubicBezTo>
                  <a:pt x="3415628" y="-8130"/>
                  <a:pt x="3321756" y="45507"/>
                  <a:pt x="3075127" y="18288"/>
                </a:cubicBezTo>
                <a:cubicBezTo>
                  <a:pt x="2828498" y="-8931"/>
                  <a:pt x="2684733" y="14853"/>
                  <a:pt x="2501798" y="18288"/>
                </a:cubicBezTo>
                <a:cubicBezTo>
                  <a:pt x="2318863" y="21723"/>
                  <a:pt x="2121844" y="-13013"/>
                  <a:pt x="1772107" y="18288"/>
                </a:cubicBezTo>
                <a:cubicBezTo>
                  <a:pt x="1422370" y="49589"/>
                  <a:pt x="1431548" y="31666"/>
                  <a:pt x="1120597" y="18288"/>
                </a:cubicBezTo>
                <a:cubicBezTo>
                  <a:pt x="809646" y="4911"/>
                  <a:pt x="246393" y="5624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7818120" h="18288" stroke="0" extrusionOk="0">
                <a:moveTo>
                  <a:pt x="0" y="0"/>
                </a:moveTo>
                <a:cubicBezTo>
                  <a:pt x="177487" y="-4302"/>
                  <a:pt x="287499" y="4997"/>
                  <a:pt x="573329" y="0"/>
                </a:cubicBezTo>
                <a:cubicBezTo>
                  <a:pt x="859159" y="-4997"/>
                  <a:pt x="821965" y="-336"/>
                  <a:pt x="990295" y="0"/>
                </a:cubicBezTo>
                <a:cubicBezTo>
                  <a:pt x="1158625" y="336"/>
                  <a:pt x="1587918" y="-4681"/>
                  <a:pt x="1798168" y="0"/>
                </a:cubicBezTo>
                <a:cubicBezTo>
                  <a:pt x="2008418" y="4681"/>
                  <a:pt x="2088841" y="-2754"/>
                  <a:pt x="2371496" y="0"/>
                </a:cubicBezTo>
                <a:cubicBezTo>
                  <a:pt x="2654151" y="2754"/>
                  <a:pt x="2701462" y="-24976"/>
                  <a:pt x="2944825" y="0"/>
                </a:cubicBezTo>
                <a:cubicBezTo>
                  <a:pt x="3188188" y="24976"/>
                  <a:pt x="3511636" y="25407"/>
                  <a:pt x="3752698" y="0"/>
                </a:cubicBezTo>
                <a:cubicBezTo>
                  <a:pt x="3993760" y="-25407"/>
                  <a:pt x="4107153" y="6432"/>
                  <a:pt x="4247845" y="0"/>
                </a:cubicBezTo>
                <a:cubicBezTo>
                  <a:pt x="4388537" y="-6432"/>
                  <a:pt x="4835598" y="-5108"/>
                  <a:pt x="5055718" y="0"/>
                </a:cubicBezTo>
                <a:cubicBezTo>
                  <a:pt x="5275838" y="5108"/>
                  <a:pt x="5461006" y="-24536"/>
                  <a:pt x="5863590" y="0"/>
                </a:cubicBezTo>
                <a:cubicBezTo>
                  <a:pt x="6266174" y="24536"/>
                  <a:pt x="6355549" y="-19657"/>
                  <a:pt x="6515100" y="0"/>
                </a:cubicBezTo>
                <a:cubicBezTo>
                  <a:pt x="6674651" y="19657"/>
                  <a:pt x="7275423" y="-57462"/>
                  <a:pt x="7818120" y="0"/>
                </a:cubicBezTo>
                <a:cubicBezTo>
                  <a:pt x="7818132" y="8833"/>
                  <a:pt x="7818660" y="9830"/>
                  <a:pt x="7818120" y="18288"/>
                </a:cubicBezTo>
                <a:cubicBezTo>
                  <a:pt x="7610240" y="4606"/>
                  <a:pt x="7521789" y="7721"/>
                  <a:pt x="7401154" y="18288"/>
                </a:cubicBezTo>
                <a:cubicBezTo>
                  <a:pt x="7280519" y="28855"/>
                  <a:pt x="6930719" y="4225"/>
                  <a:pt x="6593281" y="18288"/>
                </a:cubicBezTo>
                <a:cubicBezTo>
                  <a:pt x="6255843" y="32351"/>
                  <a:pt x="6286682" y="1162"/>
                  <a:pt x="6098134" y="18288"/>
                </a:cubicBezTo>
                <a:cubicBezTo>
                  <a:pt x="5909586" y="35414"/>
                  <a:pt x="5602789" y="48596"/>
                  <a:pt x="5446624" y="18288"/>
                </a:cubicBezTo>
                <a:cubicBezTo>
                  <a:pt x="5290459" y="-12020"/>
                  <a:pt x="4917039" y="21960"/>
                  <a:pt x="4638751" y="18288"/>
                </a:cubicBezTo>
                <a:cubicBezTo>
                  <a:pt x="4360463" y="14616"/>
                  <a:pt x="4304690" y="5450"/>
                  <a:pt x="3987241" y="18288"/>
                </a:cubicBezTo>
                <a:cubicBezTo>
                  <a:pt x="3669792" y="31127"/>
                  <a:pt x="3758742" y="32551"/>
                  <a:pt x="3570275" y="18288"/>
                </a:cubicBezTo>
                <a:cubicBezTo>
                  <a:pt x="3381808" y="4025"/>
                  <a:pt x="3267153" y="36200"/>
                  <a:pt x="3075127" y="18288"/>
                </a:cubicBezTo>
                <a:cubicBezTo>
                  <a:pt x="2883101" y="376"/>
                  <a:pt x="2665825" y="10973"/>
                  <a:pt x="2267255" y="18288"/>
                </a:cubicBezTo>
                <a:cubicBezTo>
                  <a:pt x="1868685" y="25603"/>
                  <a:pt x="1884698" y="28410"/>
                  <a:pt x="1615745" y="18288"/>
                </a:cubicBezTo>
                <a:cubicBezTo>
                  <a:pt x="1346792" y="8167"/>
                  <a:pt x="1320952" y="10430"/>
                  <a:pt x="1120597" y="18288"/>
                </a:cubicBezTo>
                <a:cubicBezTo>
                  <a:pt x="920242" y="26146"/>
                  <a:pt x="556507" y="50790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F8A92EE-427E-7751-07F2-CE2A4AB59B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7290923"/>
              </p:ext>
            </p:extLst>
          </p:nvPr>
        </p:nvGraphicFramePr>
        <p:xfrm>
          <a:off x="628650" y="2228087"/>
          <a:ext cx="78867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FCA4CC4-E6D9-6A47-9348-0D23ED24F2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graphicEl>
                                              <a:dgm id="{5FCA4CC4-E6D9-6A47-9348-0D23ED24F27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48EF2A0-FEDD-6442-82BE-25D69DFB275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graphicEl>
                                              <a:dgm id="{D48EF2A0-FEDD-6442-82BE-25D69DFB275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AC2D3E7-FC23-E147-B812-5251259480D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graphicEl>
                                              <a:dgm id="{8AC2D3E7-FC23-E147-B812-5251259480D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8504412-620F-1243-87B4-67B1234356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graphicEl>
                                              <a:dgm id="{88504412-620F-1243-87B4-67B12343568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4AB003E-6EF6-B542-9B97-2CC3E6F482C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graphicEl>
                                              <a:dgm id="{54AB003E-6EF6-B542-9B97-2CC3E6F482C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400A610-5AC5-4945-9C5F-774BDCEEEB8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graphicEl>
                                              <a:dgm id="{4400A610-5AC5-4945-9C5F-774BDCEEEB8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 Comparison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3EAA28B0-1755-000D-0904-64C60E8952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4864269"/>
              </p:ext>
            </p:extLst>
          </p:nvPr>
        </p:nvGraphicFramePr>
        <p:xfrm>
          <a:off x="593834" y="5065985"/>
          <a:ext cx="8229600" cy="10601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CC2AD3E-F680-146A-803E-1EA4B12ED2FE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93834" y="1417638"/>
            <a:ext cx="7772400" cy="3189883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9BD4421-267A-3B42-A9F5-CB152837461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620AC83-556D-6241-8B3D-9045F43309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457200"/>
            <a:ext cx="3257550" cy="1929384"/>
          </a:xfrm>
        </p:spPr>
        <p:txBody>
          <a:bodyPr anchor="ctr">
            <a:normAutofit/>
          </a:bodyPr>
          <a:lstStyle/>
          <a:p>
            <a:r>
              <a:rPr lang="en-IN" sz="4200" dirty="0"/>
              <a:t>Forecast Visualization</a:t>
            </a:r>
          </a:p>
        </p:txBody>
      </p:sp>
      <p:sp>
        <p:nvSpPr>
          <p:cNvPr id="1035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159251" y="1415034"/>
            <a:ext cx="1554480" cy="13716"/>
          </a:xfrm>
          <a:custGeom>
            <a:avLst/>
            <a:gdLst>
              <a:gd name="connsiteX0" fmla="*/ 0 w 1554480"/>
              <a:gd name="connsiteY0" fmla="*/ 0 h 13716"/>
              <a:gd name="connsiteX1" fmla="*/ 549250 w 1554480"/>
              <a:gd name="connsiteY1" fmla="*/ 0 h 13716"/>
              <a:gd name="connsiteX2" fmla="*/ 1082954 w 1554480"/>
              <a:gd name="connsiteY2" fmla="*/ 0 h 13716"/>
              <a:gd name="connsiteX3" fmla="*/ 1554480 w 1554480"/>
              <a:gd name="connsiteY3" fmla="*/ 0 h 13716"/>
              <a:gd name="connsiteX4" fmla="*/ 1554480 w 1554480"/>
              <a:gd name="connsiteY4" fmla="*/ 13716 h 13716"/>
              <a:gd name="connsiteX5" fmla="*/ 1067410 w 1554480"/>
              <a:gd name="connsiteY5" fmla="*/ 13716 h 13716"/>
              <a:gd name="connsiteX6" fmla="*/ 549250 w 1554480"/>
              <a:gd name="connsiteY6" fmla="*/ 13716 h 13716"/>
              <a:gd name="connsiteX7" fmla="*/ 0 w 1554480"/>
              <a:gd name="connsiteY7" fmla="*/ 13716 h 13716"/>
              <a:gd name="connsiteX8" fmla="*/ 0 w 1554480"/>
              <a:gd name="connsiteY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3716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3820" y="4959"/>
                  <a:pt x="1554594" y="10798"/>
                  <a:pt x="1554480" y="13716"/>
                </a:cubicBezTo>
                <a:cubicBezTo>
                  <a:pt x="1338847" y="1555"/>
                  <a:pt x="1215066" y="33279"/>
                  <a:pt x="1067410" y="13716"/>
                </a:cubicBezTo>
                <a:cubicBezTo>
                  <a:pt x="919754" y="-5847"/>
                  <a:pt x="800465" y="-1492"/>
                  <a:pt x="549250" y="13716"/>
                </a:cubicBezTo>
                <a:cubicBezTo>
                  <a:pt x="298035" y="28924"/>
                  <a:pt x="158868" y="18197"/>
                  <a:pt x="0" y="13716"/>
                </a:cubicBezTo>
                <a:cubicBezTo>
                  <a:pt x="488" y="8630"/>
                  <a:pt x="480" y="6612"/>
                  <a:pt x="0" y="0"/>
                </a:cubicBezTo>
                <a:close/>
              </a:path>
              <a:path w="1554480" h="13716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232" y="4157"/>
                  <a:pt x="1554673" y="7559"/>
                  <a:pt x="1554480" y="13716"/>
                </a:cubicBezTo>
                <a:cubicBezTo>
                  <a:pt x="1336087" y="7600"/>
                  <a:pt x="1310024" y="15187"/>
                  <a:pt x="1067410" y="13716"/>
                </a:cubicBezTo>
                <a:cubicBezTo>
                  <a:pt x="824796" y="12246"/>
                  <a:pt x="787902" y="30075"/>
                  <a:pt x="518160" y="13716"/>
                </a:cubicBezTo>
                <a:cubicBezTo>
                  <a:pt x="248418" y="-2643"/>
                  <a:pt x="133160" y="4633"/>
                  <a:pt x="0" y="13716"/>
                </a:cubicBezTo>
                <a:cubicBezTo>
                  <a:pt x="43" y="9160"/>
                  <a:pt x="-111" y="481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A screen shot of a graph&#10;&#10;AI-generated content may be incorrect.">
            <a:extLst>
              <a:ext uri="{FF2B5EF4-FFF2-40B4-BE49-F238E27FC236}">
                <a16:creationId xmlns:a16="http://schemas.microsoft.com/office/drawing/2014/main" id="{EE4E94B8-F6C0-E523-28E7-6B2A2B0D64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97" y="2843784"/>
            <a:ext cx="4534903" cy="2856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 screen shot of a graph&#10;&#10;AI-generated content may be incorrect.">
            <a:extLst>
              <a:ext uri="{FF2B5EF4-FFF2-40B4-BE49-F238E27FC236}">
                <a16:creationId xmlns:a16="http://schemas.microsoft.com/office/drawing/2014/main" id="{23863518-0BDA-B8F7-8184-535D5B39DB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78211" y="2843784"/>
            <a:ext cx="4534903" cy="2856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BA18C24-C546-E90A-4B5C-80D423205C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283166"/>
              </p:ext>
            </p:extLst>
          </p:nvPr>
        </p:nvGraphicFramePr>
        <p:xfrm>
          <a:off x="4077081" y="946299"/>
          <a:ext cx="4505706" cy="9511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2B6D3-3C24-672D-8F06-F79A7FB0A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E4632-E04B-1B9F-1A11-D1C53DC50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1020" y="0"/>
            <a:ext cx="8229600" cy="1143000"/>
          </a:xfrm>
        </p:spPr>
        <p:txBody>
          <a:bodyPr/>
          <a:lstStyle/>
          <a:p>
            <a:r>
              <a:rPr dirty="0"/>
              <a:t>Forecast Visualization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7F9A861-CB26-7C66-4F97-9841773DDB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3106454"/>
              </p:ext>
            </p:extLst>
          </p:nvPr>
        </p:nvGraphicFramePr>
        <p:xfrm>
          <a:off x="457200" y="882869"/>
          <a:ext cx="8229600" cy="7475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050" name="Picture 2">
            <a:extLst>
              <a:ext uri="{FF2B5EF4-FFF2-40B4-BE49-F238E27FC236}">
                <a16:creationId xmlns:a16="http://schemas.microsoft.com/office/drawing/2014/main" id="{AECF173B-0BD8-FF56-7A09-C4E52AA464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185" y="1796128"/>
            <a:ext cx="3909849" cy="2467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D1418CEA-010F-9EE6-C1DC-56E586060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5724" y="1669247"/>
            <a:ext cx="4141076" cy="2613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B6E7C19E-1D7F-338F-5272-94673A838E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1766" y="4282582"/>
            <a:ext cx="3909848" cy="2467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58747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C6B21-DAF2-5C26-177E-D2A7C249E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7622B-1022-E70C-ABE3-9D7887EE2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Forecast Visualization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D6A22C3-DDFA-61E3-CDBF-A47C9258BE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9943607"/>
              </p:ext>
            </p:extLst>
          </p:nvPr>
        </p:nvGraphicFramePr>
        <p:xfrm>
          <a:off x="457200" y="5425967"/>
          <a:ext cx="8229600" cy="1016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074" name="Picture 2">
            <a:extLst>
              <a:ext uri="{FF2B5EF4-FFF2-40B4-BE49-F238E27FC236}">
                <a16:creationId xmlns:a16="http://schemas.microsoft.com/office/drawing/2014/main" id="{B37D8144-6966-2519-373E-45A887C40C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593" y="1186494"/>
            <a:ext cx="7430814" cy="4023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8003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384350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43467"/>
            <a:ext cx="2213403" cy="5571066"/>
          </a:xfrm>
        </p:spPr>
        <p:txBody>
          <a:bodyPr>
            <a:normAutofit/>
          </a:bodyPr>
          <a:lstStyle/>
          <a:p>
            <a:r>
              <a:rPr lang="en-IN" sz="3700">
                <a:solidFill>
                  <a:srgbClr val="FFFFFF"/>
                </a:solidFill>
              </a:rPr>
              <a:t>Insights &amp; Discussion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4CF320A-CF7B-BF80-44CA-BD1CEE5B86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2858525"/>
              </p:ext>
            </p:extLst>
          </p:nvPr>
        </p:nvGraphicFramePr>
        <p:xfrm>
          <a:off x="3905730" y="643466"/>
          <a:ext cx="4718785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A4821AA-B0D6-954B-9F1F-6477D2968A2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5A4821AA-B0D6-954B-9F1F-6477D2968A2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5A4821AA-B0D6-954B-9F1F-6477D2968A2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EC1160D-A904-EA47-977F-201829AA928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graphicEl>
                                              <a:dgm id="{2EC1160D-A904-EA47-977F-201829AA928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graphicEl>
                                              <a:dgm id="{2EC1160D-A904-EA47-977F-201829AA928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E166970-D70C-B345-AF91-15BD8BFB655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graphicEl>
                                              <a:dgm id="{1E166970-D70C-B345-AF91-15BD8BFB655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graphicEl>
                                              <a:dgm id="{1E166970-D70C-B345-AF91-15BD8BFB655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E9B77CB-B4C1-7A49-8EF2-63C3EA3266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graphicEl>
                                              <a:dgm id="{7E9B77CB-B4C1-7A49-8EF2-63C3EA3266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graphicEl>
                                              <a:dgm id="{7E9B77CB-B4C1-7A49-8EF2-63C3EA3266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26F399C-EB01-6446-9575-8DFB7E8036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graphicEl>
                                              <a:dgm id="{B26F399C-EB01-6446-9575-8DFB7E8036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graphicEl>
                                              <a:dgm id="{B26F399C-EB01-6446-9575-8DFB7E8036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84FFEB8-3A1B-A444-9356-B658E116740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graphicEl>
                                              <a:dgm id="{B84FFEB8-3A1B-A444-9356-B658E116740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graphicEl>
                                              <a:dgm id="{B84FFEB8-3A1B-A444-9356-B658E116740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Future Work &amp; Enhancements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E4F28B0-A621-2BBE-BC6B-A1EBEA97B3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766170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7D7FFF7-E019-4B28-8265-60F79F5D4EF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graphicEl>
                                              <a:dgm id="{B7D7FFF7-E019-4B28-8265-60F79F5D4EF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4734D51-102D-4FA2-8503-00F52FC3452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>
                                            <p:graphicEl>
                                              <a:dgm id="{24734D51-102D-4FA2-8503-00F52FC3452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E19DC10-3054-4EFA-95E9-B4474DBA42F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">
                                            <p:graphicEl>
                                              <a:dgm id="{FE19DC10-3054-4EFA-95E9-B4474DBA42F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36B8256-EC0A-4ADD-8FB5-8D44C14436E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">
                                            <p:graphicEl>
                                              <a:dgm id="{436B8256-EC0A-4ADD-8FB5-8D44C14436E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B715578-12DB-4753-9C02-84F51C68BB1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">
                                            <p:graphicEl>
                                              <a:dgm id="{8B715578-12DB-4753-9C02-84F51C68BB1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DAE20B4-8D00-4171-A03E-BE20E6D034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5">
                                            <p:graphicEl>
                                              <a:dgm id="{6DAE20B4-8D00-4171-A03E-BE20E6D0345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76E8F9A-1CC3-4C0C-BADD-4A10368442C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5">
                                            <p:graphicEl>
                                              <a:dgm id="{E76E8F9A-1CC3-4C0C-BADD-4A10368442C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CDFD18A-1C65-4375-A89C-DBA245EF955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5">
                                            <p:graphicEl>
                                              <a:dgm id="{CCDFD18A-1C65-4375-A89C-DBA245EF955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r>
              <a:rPr lang="en-IN" sz="385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321" y="2227943"/>
            <a:ext cx="5033221" cy="3788227"/>
          </a:xfrm>
        </p:spPr>
        <p:txBody>
          <a:bodyPr anchor="ctr">
            <a:normAutofit/>
          </a:bodyPr>
          <a:lstStyle/>
          <a:p>
            <a:r>
              <a:rPr lang="en-IN" sz="2100" dirty="0" err="1"/>
              <a:t>XGBoost</a:t>
            </a:r>
            <a:r>
              <a:rPr lang="en-IN" sz="2100" dirty="0"/>
              <a:t> outperformed other models in forecasting accuracy</a:t>
            </a:r>
          </a:p>
          <a:p>
            <a:r>
              <a:rPr lang="en-IN" sz="2100" dirty="0"/>
              <a:t>Time-aware features enhanced short-term predictions</a:t>
            </a:r>
          </a:p>
          <a:p>
            <a:r>
              <a:rPr lang="en-IN" sz="2100" dirty="0"/>
              <a:t>Linear and KNN models were not effective</a:t>
            </a:r>
          </a:p>
          <a:p>
            <a:r>
              <a:rPr lang="en-IN" sz="2100" dirty="0"/>
              <a:t>Applications:</a:t>
            </a:r>
          </a:p>
          <a:p>
            <a:pPr lvl="1"/>
            <a:r>
              <a:rPr lang="en-IN" sz="2100" dirty="0"/>
              <a:t>Grid planning</a:t>
            </a:r>
          </a:p>
          <a:p>
            <a:pPr lvl="1"/>
            <a:r>
              <a:rPr lang="en-IN" sz="2100" dirty="0"/>
              <a:t>Cost optimization</a:t>
            </a:r>
          </a:p>
          <a:p>
            <a:pPr lvl="1"/>
            <a:r>
              <a:rPr lang="en-IN" sz="2100" dirty="0"/>
              <a:t>Real-time decision-making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Statistics">
            <a:extLst>
              <a:ext uri="{FF2B5EF4-FFF2-40B4-BE49-F238E27FC236}">
                <a16:creationId xmlns:a16="http://schemas.microsoft.com/office/drawing/2014/main" id="{F67A2853-D7AF-3FEA-667A-D04A715BEA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F12E7CC5-C78B-4EBD-9565-3FA00FAA6C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phic 5" descr="Smiling Face with No Fill">
            <a:extLst>
              <a:ext uri="{FF2B5EF4-FFF2-40B4-BE49-F238E27FC236}">
                <a16:creationId xmlns:a16="http://schemas.microsoft.com/office/drawing/2014/main" id="{35490639-2A14-71C3-4008-AE72E23073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3741" y="2165637"/>
            <a:ext cx="2526726" cy="2526726"/>
          </a:xfrm>
          <a:prstGeom prst="rect">
            <a:avLst/>
          </a:prstGeom>
        </p:spPr>
      </p:pic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A4529A5-F675-429F-8044-01372BB134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2494" y="0"/>
            <a:ext cx="5671506" cy="6858000"/>
          </a:xfrm>
          <a:custGeom>
            <a:avLst/>
            <a:gdLst>
              <a:gd name="connsiteX0" fmla="*/ 7529613 w 7529613"/>
              <a:gd name="connsiteY0" fmla="*/ 0 h 6858000"/>
              <a:gd name="connsiteX1" fmla="*/ 1222331 w 7529613"/>
              <a:gd name="connsiteY1" fmla="*/ 0 h 6858000"/>
              <a:gd name="connsiteX2" fmla="*/ 1126483 w 7529613"/>
              <a:gd name="connsiteY2" fmla="*/ 148742 h 6858000"/>
              <a:gd name="connsiteX3" fmla="*/ 767554 w 7529613"/>
              <a:gd name="connsiteY3" fmla="*/ 819975 h 6858000"/>
              <a:gd name="connsiteX4" fmla="*/ 742103 w 7529613"/>
              <a:gd name="connsiteY4" fmla="*/ 854514 h 6858000"/>
              <a:gd name="connsiteX5" fmla="*/ 785881 w 7529613"/>
              <a:gd name="connsiteY5" fmla="*/ 750263 h 6858000"/>
              <a:gd name="connsiteX6" fmla="*/ 978978 w 7529613"/>
              <a:gd name="connsiteY6" fmla="*/ 331786 h 6858000"/>
              <a:gd name="connsiteX7" fmla="*/ 1155717 w 7529613"/>
              <a:gd name="connsiteY7" fmla="*/ 0 h 6858000"/>
              <a:gd name="connsiteX8" fmla="*/ 1098249 w 7529613"/>
              <a:gd name="connsiteY8" fmla="*/ 0 h 6858000"/>
              <a:gd name="connsiteX9" fmla="*/ 991458 w 7529613"/>
              <a:gd name="connsiteY9" fmla="*/ 196614 h 6858000"/>
              <a:gd name="connsiteX10" fmla="*/ 493941 w 7529613"/>
              <a:gd name="connsiteY10" fmla="*/ 1371196 h 6858000"/>
              <a:gd name="connsiteX11" fmla="*/ 46485 w 7529613"/>
              <a:gd name="connsiteY11" fmla="*/ 3331516 h 6858000"/>
              <a:gd name="connsiteX12" fmla="*/ 12252 w 7529613"/>
              <a:gd name="connsiteY12" fmla="*/ 4357388 h 6858000"/>
              <a:gd name="connsiteX13" fmla="*/ 170821 w 7529613"/>
              <a:gd name="connsiteY13" fmla="*/ 5552906 h 6858000"/>
              <a:gd name="connsiteX14" fmla="*/ 537265 w 7529613"/>
              <a:gd name="connsiteY14" fmla="*/ 6828295 h 6858000"/>
              <a:gd name="connsiteX15" fmla="*/ 549692 w 7529613"/>
              <a:gd name="connsiteY15" fmla="*/ 6858000 h 6858000"/>
              <a:gd name="connsiteX16" fmla="*/ 602234 w 7529613"/>
              <a:gd name="connsiteY16" fmla="*/ 6858000 h 6858000"/>
              <a:gd name="connsiteX17" fmla="*/ 595414 w 7529613"/>
              <a:gd name="connsiteY17" fmla="*/ 6841549 h 6858000"/>
              <a:gd name="connsiteX18" fmla="*/ 364260 w 7529613"/>
              <a:gd name="connsiteY18" fmla="*/ 6142729 h 6858000"/>
              <a:gd name="connsiteX19" fmla="*/ 213071 w 7529613"/>
              <a:gd name="connsiteY19" fmla="*/ 5513923 h 6858000"/>
              <a:gd name="connsiteX20" fmla="*/ 211290 w 7529613"/>
              <a:gd name="connsiteY20" fmla="*/ 5480401 h 6858000"/>
              <a:gd name="connsiteX21" fmla="*/ 311446 w 7529613"/>
              <a:gd name="connsiteY21" fmla="*/ 5830359 h 6858000"/>
              <a:gd name="connsiteX22" fmla="*/ 622963 w 7529613"/>
              <a:gd name="connsiteY22" fmla="*/ 6670527 h 6858000"/>
              <a:gd name="connsiteX23" fmla="*/ 710464 w 7529613"/>
              <a:gd name="connsiteY23" fmla="*/ 6858000 h 6858000"/>
              <a:gd name="connsiteX24" fmla="*/ 7529613 w 7529613"/>
              <a:gd name="connsiteY2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7529613" h="6858000">
                <a:moveTo>
                  <a:pt x="7529613" y="0"/>
                </a:moveTo>
                <a:lnTo>
                  <a:pt x="1222331" y="0"/>
                </a:lnTo>
                <a:lnTo>
                  <a:pt x="1126483" y="148742"/>
                </a:lnTo>
                <a:cubicBezTo>
                  <a:pt x="995323" y="365513"/>
                  <a:pt x="876174" y="589569"/>
                  <a:pt x="767554" y="819975"/>
                </a:cubicBezTo>
                <a:cubicBezTo>
                  <a:pt x="762210" y="833492"/>
                  <a:pt x="753441" y="845393"/>
                  <a:pt x="742103" y="854514"/>
                </a:cubicBezTo>
                <a:cubicBezTo>
                  <a:pt x="756737" y="819849"/>
                  <a:pt x="770991" y="784928"/>
                  <a:pt x="785881" y="750263"/>
                </a:cubicBezTo>
                <a:cubicBezTo>
                  <a:pt x="846713" y="608712"/>
                  <a:pt x="910948" y="469145"/>
                  <a:pt x="978978" y="331786"/>
                </a:cubicBezTo>
                <a:lnTo>
                  <a:pt x="1155717" y="0"/>
                </a:lnTo>
                <a:lnTo>
                  <a:pt x="1098249" y="0"/>
                </a:lnTo>
                <a:lnTo>
                  <a:pt x="991458" y="196614"/>
                </a:lnTo>
                <a:cubicBezTo>
                  <a:pt x="797017" y="573253"/>
                  <a:pt x="633548" y="966066"/>
                  <a:pt x="493941" y="1371196"/>
                </a:cubicBezTo>
                <a:cubicBezTo>
                  <a:pt x="276630" y="2007265"/>
                  <a:pt x="126659" y="2664286"/>
                  <a:pt x="46485" y="3331516"/>
                </a:cubicBezTo>
                <a:cubicBezTo>
                  <a:pt x="4488" y="3672965"/>
                  <a:pt x="-14219" y="4013908"/>
                  <a:pt x="12252" y="4357388"/>
                </a:cubicBezTo>
                <a:cubicBezTo>
                  <a:pt x="43558" y="4758899"/>
                  <a:pt x="90773" y="5157998"/>
                  <a:pt x="170821" y="5552906"/>
                </a:cubicBezTo>
                <a:cubicBezTo>
                  <a:pt x="259109" y="5988893"/>
                  <a:pt x="378967" y="6414594"/>
                  <a:pt x="537265" y="6828295"/>
                </a:cubicBezTo>
                <a:lnTo>
                  <a:pt x="549692" y="6858000"/>
                </a:lnTo>
                <a:lnTo>
                  <a:pt x="602234" y="6858000"/>
                </a:lnTo>
                <a:lnTo>
                  <a:pt x="595414" y="6841549"/>
                </a:lnTo>
                <a:cubicBezTo>
                  <a:pt x="507884" y="6614016"/>
                  <a:pt x="431296" y="6380817"/>
                  <a:pt x="364260" y="6142729"/>
                </a:cubicBezTo>
                <a:cubicBezTo>
                  <a:pt x="305974" y="5935370"/>
                  <a:pt x="262958" y="5723695"/>
                  <a:pt x="213071" y="5513923"/>
                </a:cubicBezTo>
                <a:cubicBezTo>
                  <a:pt x="211892" y="5502788"/>
                  <a:pt x="211299" y="5491601"/>
                  <a:pt x="211290" y="5480401"/>
                </a:cubicBezTo>
                <a:cubicBezTo>
                  <a:pt x="247814" y="5607635"/>
                  <a:pt x="276958" y="5719759"/>
                  <a:pt x="311446" y="5830359"/>
                </a:cubicBezTo>
                <a:cubicBezTo>
                  <a:pt x="401357" y="6118381"/>
                  <a:pt x="505060" y="6398531"/>
                  <a:pt x="622963" y="6670527"/>
                </a:cubicBezTo>
                <a:lnTo>
                  <a:pt x="710464" y="6858000"/>
                </a:lnTo>
                <a:lnTo>
                  <a:pt x="7529613" y="6858000"/>
                </a:lnTo>
                <a:close/>
              </a:path>
            </a:pathLst>
          </a:custGeom>
          <a:solidFill>
            <a:schemeClr val="accent2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F3B033-F624-48E2-4975-906239D8B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6545" y="762538"/>
            <a:ext cx="4237012" cy="319986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5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25" name="sketch line">
            <a:extLst>
              <a:ext uri="{FF2B5EF4-FFF2-40B4-BE49-F238E27FC236}">
                <a16:creationId xmlns:a16="http://schemas.microsoft.com/office/drawing/2014/main" id="{63DAB858-5A0C-4AFF-AAC6-705EDF8DB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8261" y="4043302"/>
            <a:ext cx="3977640" cy="18288"/>
          </a:xfrm>
          <a:custGeom>
            <a:avLst/>
            <a:gdLst>
              <a:gd name="connsiteX0" fmla="*/ 0 w 3977640"/>
              <a:gd name="connsiteY0" fmla="*/ 0 h 18288"/>
              <a:gd name="connsiteX1" fmla="*/ 742493 w 3977640"/>
              <a:gd name="connsiteY1" fmla="*/ 0 h 18288"/>
              <a:gd name="connsiteX2" fmla="*/ 1445209 w 3977640"/>
              <a:gd name="connsiteY2" fmla="*/ 0 h 18288"/>
              <a:gd name="connsiteX3" fmla="*/ 2147926 w 3977640"/>
              <a:gd name="connsiteY3" fmla="*/ 0 h 18288"/>
              <a:gd name="connsiteX4" fmla="*/ 2691536 w 3977640"/>
              <a:gd name="connsiteY4" fmla="*/ 0 h 18288"/>
              <a:gd name="connsiteX5" fmla="*/ 3274924 w 3977640"/>
              <a:gd name="connsiteY5" fmla="*/ 0 h 18288"/>
              <a:gd name="connsiteX6" fmla="*/ 3977640 w 3977640"/>
              <a:gd name="connsiteY6" fmla="*/ 0 h 18288"/>
              <a:gd name="connsiteX7" fmla="*/ 3977640 w 3977640"/>
              <a:gd name="connsiteY7" fmla="*/ 18288 h 18288"/>
              <a:gd name="connsiteX8" fmla="*/ 3314700 w 3977640"/>
              <a:gd name="connsiteY8" fmla="*/ 18288 h 18288"/>
              <a:gd name="connsiteX9" fmla="*/ 2771089 w 3977640"/>
              <a:gd name="connsiteY9" fmla="*/ 18288 h 18288"/>
              <a:gd name="connsiteX10" fmla="*/ 2227478 w 3977640"/>
              <a:gd name="connsiteY10" fmla="*/ 18288 h 18288"/>
              <a:gd name="connsiteX11" fmla="*/ 1524762 w 3977640"/>
              <a:gd name="connsiteY11" fmla="*/ 18288 h 18288"/>
              <a:gd name="connsiteX12" fmla="*/ 941375 w 3977640"/>
              <a:gd name="connsiteY12" fmla="*/ 18288 h 18288"/>
              <a:gd name="connsiteX13" fmla="*/ 0 w 3977640"/>
              <a:gd name="connsiteY13" fmla="*/ 18288 h 18288"/>
              <a:gd name="connsiteX14" fmla="*/ 0 w 3977640"/>
              <a:gd name="connsiteY1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977640" h="18288" fill="none" extrusionOk="0">
                <a:moveTo>
                  <a:pt x="0" y="0"/>
                </a:moveTo>
                <a:cubicBezTo>
                  <a:pt x="362724" y="-2785"/>
                  <a:pt x="438784" y="-35866"/>
                  <a:pt x="742493" y="0"/>
                </a:cubicBezTo>
                <a:cubicBezTo>
                  <a:pt x="1046202" y="35866"/>
                  <a:pt x="1214361" y="6330"/>
                  <a:pt x="1445209" y="0"/>
                </a:cubicBezTo>
                <a:cubicBezTo>
                  <a:pt x="1676057" y="-6330"/>
                  <a:pt x="1906372" y="-3266"/>
                  <a:pt x="2147926" y="0"/>
                </a:cubicBezTo>
                <a:cubicBezTo>
                  <a:pt x="2389480" y="3266"/>
                  <a:pt x="2520714" y="16824"/>
                  <a:pt x="2691536" y="0"/>
                </a:cubicBezTo>
                <a:cubicBezTo>
                  <a:pt x="2862358" y="-16824"/>
                  <a:pt x="3036508" y="-14038"/>
                  <a:pt x="3274924" y="0"/>
                </a:cubicBezTo>
                <a:cubicBezTo>
                  <a:pt x="3513340" y="14038"/>
                  <a:pt x="3634141" y="-18809"/>
                  <a:pt x="3977640" y="0"/>
                </a:cubicBezTo>
                <a:cubicBezTo>
                  <a:pt x="3977140" y="8855"/>
                  <a:pt x="3977749" y="14521"/>
                  <a:pt x="3977640" y="18288"/>
                </a:cubicBezTo>
                <a:cubicBezTo>
                  <a:pt x="3757007" y="32029"/>
                  <a:pt x="3469003" y="-5112"/>
                  <a:pt x="3314700" y="18288"/>
                </a:cubicBezTo>
                <a:cubicBezTo>
                  <a:pt x="3160397" y="41688"/>
                  <a:pt x="2914663" y="19512"/>
                  <a:pt x="2771089" y="18288"/>
                </a:cubicBezTo>
                <a:cubicBezTo>
                  <a:pt x="2627515" y="17064"/>
                  <a:pt x="2417576" y="42034"/>
                  <a:pt x="2227478" y="18288"/>
                </a:cubicBezTo>
                <a:cubicBezTo>
                  <a:pt x="2037380" y="-5458"/>
                  <a:pt x="1775246" y="-2032"/>
                  <a:pt x="1524762" y="18288"/>
                </a:cubicBezTo>
                <a:cubicBezTo>
                  <a:pt x="1274278" y="38608"/>
                  <a:pt x="1225405" y="46940"/>
                  <a:pt x="941375" y="18288"/>
                </a:cubicBezTo>
                <a:cubicBezTo>
                  <a:pt x="657345" y="-10364"/>
                  <a:pt x="468340" y="57851"/>
                  <a:pt x="0" y="18288"/>
                </a:cubicBezTo>
                <a:cubicBezTo>
                  <a:pt x="683" y="12014"/>
                  <a:pt x="724" y="5908"/>
                  <a:pt x="0" y="0"/>
                </a:cubicBezTo>
                <a:close/>
              </a:path>
              <a:path w="3977640" h="18288" stroke="0" extrusionOk="0">
                <a:moveTo>
                  <a:pt x="0" y="0"/>
                </a:moveTo>
                <a:cubicBezTo>
                  <a:pt x="167643" y="7540"/>
                  <a:pt x="416663" y="12011"/>
                  <a:pt x="623164" y="0"/>
                </a:cubicBezTo>
                <a:cubicBezTo>
                  <a:pt x="829665" y="-12011"/>
                  <a:pt x="908844" y="7531"/>
                  <a:pt x="1166774" y="0"/>
                </a:cubicBezTo>
                <a:cubicBezTo>
                  <a:pt x="1424704" y="-7531"/>
                  <a:pt x="1745729" y="22552"/>
                  <a:pt x="1909267" y="0"/>
                </a:cubicBezTo>
                <a:cubicBezTo>
                  <a:pt x="2072805" y="-22552"/>
                  <a:pt x="2313264" y="2550"/>
                  <a:pt x="2532431" y="0"/>
                </a:cubicBezTo>
                <a:cubicBezTo>
                  <a:pt x="2751598" y="-2550"/>
                  <a:pt x="2914229" y="-1772"/>
                  <a:pt x="3155594" y="0"/>
                </a:cubicBezTo>
                <a:cubicBezTo>
                  <a:pt x="3396959" y="1772"/>
                  <a:pt x="3603015" y="-38331"/>
                  <a:pt x="3977640" y="0"/>
                </a:cubicBezTo>
                <a:cubicBezTo>
                  <a:pt x="3976742" y="7180"/>
                  <a:pt x="3977809" y="13790"/>
                  <a:pt x="3977640" y="18288"/>
                </a:cubicBezTo>
                <a:cubicBezTo>
                  <a:pt x="3733612" y="44026"/>
                  <a:pt x="3504694" y="34704"/>
                  <a:pt x="3314700" y="18288"/>
                </a:cubicBezTo>
                <a:cubicBezTo>
                  <a:pt x="3124706" y="1872"/>
                  <a:pt x="2970848" y="41228"/>
                  <a:pt x="2771089" y="18288"/>
                </a:cubicBezTo>
                <a:cubicBezTo>
                  <a:pt x="2571330" y="-4652"/>
                  <a:pt x="2374617" y="32581"/>
                  <a:pt x="2108149" y="18288"/>
                </a:cubicBezTo>
                <a:cubicBezTo>
                  <a:pt x="1841681" y="3995"/>
                  <a:pt x="1730147" y="-7187"/>
                  <a:pt x="1445209" y="18288"/>
                </a:cubicBezTo>
                <a:cubicBezTo>
                  <a:pt x="1160271" y="43763"/>
                  <a:pt x="1128446" y="30981"/>
                  <a:pt x="822046" y="18288"/>
                </a:cubicBezTo>
                <a:cubicBezTo>
                  <a:pt x="515646" y="5595"/>
                  <a:pt x="401539" y="48208"/>
                  <a:pt x="0" y="18288"/>
                </a:cubicBezTo>
                <a:cubicBezTo>
                  <a:pt x="571" y="10093"/>
                  <a:pt x="-125" y="8407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9558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410</Words>
  <Application>Microsoft Office PowerPoint</Application>
  <PresentationFormat>On-screen Show (4:3)</PresentationFormat>
  <Paragraphs>76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Optimized Electricity Consumption Forecasting Using Machine Learning</vt:lpstr>
      <vt:lpstr>Introduction</vt:lpstr>
      <vt:lpstr>Problem Statement &amp; Objectives</vt:lpstr>
      <vt:lpstr>Dataset Description</vt:lpstr>
      <vt:lpstr>Methodology – Data Collection &amp; Preprocessing</vt:lpstr>
      <vt:lpstr>Methodology – Feature Engineering</vt:lpstr>
      <vt:lpstr>Methodology – Modeling &amp; Evaluation</vt:lpstr>
      <vt:lpstr>Model Performance Comparison</vt:lpstr>
      <vt:lpstr>Forecast Visualization</vt:lpstr>
      <vt:lpstr>Forecast Visualization</vt:lpstr>
      <vt:lpstr>Forecast Visualization</vt:lpstr>
      <vt:lpstr>Insights &amp; Discussion</vt:lpstr>
      <vt:lpstr>Future Work &amp; Enhancements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Pranjal Jamuar</cp:lastModifiedBy>
  <cp:revision>6</cp:revision>
  <dcterms:created xsi:type="dcterms:W3CDTF">2013-01-27T09:14:16Z</dcterms:created>
  <dcterms:modified xsi:type="dcterms:W3CDTF">2025-04-30T14:06:17Z</dcterms:modified>
  <cp:category/>
</cp:coreProperties>
</file>